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dc5ea8950342e4" /><Relationship Type="http://schemas.openxmlformats.org/officeDocument/2006/relationships/extended-properties" Target="/docProps/app.xml" Id="R1dd639b905f1409b" /><Relationship Type="http://schemas.openxmlformats.org/officeDocument/2006/relationships/officeDocument" Target="/ppt/presentation.xml" Id="Rf49422e98d7c47fa" /></Relationships>
</file>

<file path=ppt/presentation.xml><?xml version="1.0" encoding="utf-8"?>
<p:presentation xmlns:p="http://schemas.openxmlformats.org/presentationml/2006/main">
  <p:sldMasterIdLst>
    <p:sldMasterId xmlns:r="http://schemas.openxmlformats.org/officeDocument/2006/relationships" id="2147483648" r:id="R53a7e08a18d140be"/>
  </p:sldMasterIdLst>
  <p:notesMasterIdLst>
    <p:notesMasterId xmlns:r="http://schemas.openxmlformats.org/officeDocument/2006/relationships" r:id="R2306b197124c49ad"/>
  </p:notesMasterIdLst>
  <p:sldIdLst>
    <p:sldId xmlns:r="http://schemas.openxmlformats.org/officeDocument/2006/relationships" id="256" r:id="R033efb5d891e48bd"/>
    <p:sldId xmlns:r="http://schemas.openxmlformats.org/officeDocument/2006/relationships" id="257" r:id="R55db95bf582d4f72"/>
    <p:sldId xmlns:r="http://schemas.openxmlformats.org/officeDocument/2006/relationships" id="258" r:id="Rd26994c8072546d8"/>
    <p:sldId xmlns:r="http://schemas.openxmlformats.org/officeDocument/2006/relationships" id="259" r:id="R9888eb53959242ff"/>
    <p:sldId xmlns:r="http://schemas.openxmlformats.org/officeDocument/2006/relationships" id="260" r:id="Rde5bbe081b304d5f"/>
    <p:sldId xmlns:r="http://schemas.openxmlformats.org/officeDocument/2006/relationships" id="261" r:id="Rd3427e1b7e774e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16c2634ab24513" /><Relationship Type="http://schemas.openxmlformats.org/officeDocument/2006/relationships/slideMaster" Target="/ppt/slideMasters/slideMaster1.xml" Id="R53a7e08a18d140be" /><Relationship Type="http://schemas.openxmlformats.org/officeDocument/2006/relationships/notesMaster" Target="/ppt/notesMasters/notesMaster1.xml" Id="R2306b197124c49ad" /><Relationship Type="http://schemas.openxmlformats.org/officeDocument/2006/relationships/presProps" Target="/ppt/presProps.xml" Id="R36f3f7b20c84409d" /><Relationship Type="http://schemas.openxmlformats.org/officeDocument/2006/relationships/tableStyles" Target="/ppt/tableStyles.xml" Id="R2f939b1a91c04f07" /><Relationship Type="http://schemas.openxmlformats.org/officeDocument/2006/relationships/slide" Target="/ppt/slides/slide1.xml" Id="R033efb5d891e48bd" /><Relationship Type="http://schemas.openxmlformats.org/officeDocument/2006/relationships/slide" Target="/ppt/slides/slide2.xml" Id="R55db95bf582d4f72" /><Relationship Type="http://schemas.openxmlformats.org/officeDocument/2006/relationships/slide" Target="/ppt/slides/slide3.xml" Id="Rd26994c8072546d8" /><Relationship Type="http://schemas.openxmlformats.org/officeDocument/2006/relationships/slide" Target="/ppt/slides/slide4.xml" Id="R9888eb53959242ff" /><Relationship Type="http://schemas.openxmlformats.org/officeDocument/2006/relationships/slide" Target="/ppt/slides/slide5.xml" Id="Rde5bbe081b304d5f" /><Relationship Type="http://schemas.openxmlformats.org/officeDocument/2006/relationships/slide" Target="/ppt/slides/slide6.xml" Id="Rd3427e1b7e774e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0dc952b4304a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ca5f887446497a" /><Relationship Type="http://schemas.openxmlformats.org/officeDocument/2006/relationships/notesMaster" Target="/ppt/notesMasters/notesMaster1.xml" Id="R0353ea6fc2884b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6dd7e57ca34389" /><Relationship Type="http://schemas.openxmlformats.org/officeDocument/2006/relationships/notesMaster" Target="/ppt/notesMasters/notesMaster1.xml" Id="R64ffadc07bd048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1b1c30d8be4a45" /><Relationship Type="http://schemas.openxmlformats.org/officeDocument/2006/relationships/notesMaster" Target="/ppt/notesMasters/notesMaster1.xml" Id="Reb69b4b184124d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cca74892ed4b3c" /><Relationship Type="http://schemas.openxmlformats.org/officeDocument/2006/relationships/notesMaster" Target="/ppt/notesMasters/notesMaster1.xml" Id="R7484df21cea24f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8370a3ba5b45e6" /><Relationship Type="http://schemas.openxmlformats.org/officeDocument/2006/relationships/notesMaster" Target="/ppt/notesMasters/notesMaster1.xml" Id="Rcd24ed99e6844a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efe3c4717d45b1" /><Relationship Type="http://schemas.openxmlformats.org/officeDocument/2006/relationships/notesMaster" Target="/ppt/notesMasters/notesMaster1.xml" Id="R1ab004b803524b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dashboard at http://127.0.0.1:8501/. Introduce AXON as an edge-native bearing diagnosis system. Source: official Paderborn Bearing DataCenter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scope before showing accuracy. The selected KIs include mixed inner and outer damage, so the deployed classifier returns documented bearing damage instead of an unsupported location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Paderborn Bearing DataCenter official fact sheets K001, K002, K003, KA04, KA15, KA16, KI04, KI14, and KI16. The dataset is CC BY-NC 4.0. Each fact sheet determines whether the bearing is healthy or has documented damage.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16 features include mean, standard deviation, RMS, variance, peak measures, crest factor, skewness, kurtosis, energy, dominant frequency, spectral centroid, entropy, and band energy. Demonstrate that inference rejects incompatible signal shape or frequency.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apply only to this prepared Paderborn subset and to windows from the held-out physical bearings. Do not generalize the metric to other motors, sensors, or operating regimes without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URL: http://127.0.0.1:8501/. The verified live API response showed a healthy real Paderborn window with 1.0 uncalibrated confidence. The edge inference code also returned FAULT_SUSPECTED for a documented-damage Paderborn window. Keep the technical caution visible in spoken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a3e82ff19a4e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a5dddaaeb84f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9c94d3be274e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f452ee03814c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b28ae847bb4d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a4710a77ae4c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1C8CED-1A8C-49EF-B358-E71AD0F245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2EDD63-8169-4FCC-8F63-E9C8E70579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3DFE3D-8BC5-4321-B054-2D58D999B8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B988B-FCD9-4DE9-8168-CC26F41DD0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0B2A10-6ED7-4B9D-A63C-718E859691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F7CDFB-9787-4290-81CD-3550BEF21B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7D5CE4-2B26-4BC0-BBAF-D7E49FFF7C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2D98D0-D8FD-41BC-A4CA-89CB735B200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375DA3-EE2E-4F8F-B00D-CBC2328602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C5433D-2F6F-469C-BCCC-B555E3182B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0f057db26f4935" /><Relationship Type="http://schemas.openxmlformats.org/officeDocument/2006/relationships/slideLayout" Target="/ppt/slideLayouts/slideLayout1.xml" Id="Rb3f045621d404882" /><Relationship Type="http://schemas.openxmlformats.org/officeDocument/2006/relationships/slideLayout" Target="/ppt/slideLayouts/slideLayout2.xml" Id="R993cd8a5694040f4" /><Relationship Type="http://schemas.openxmlformats.org/officeDocument/2006/relationships/slideLayout" Target="/ppt/slideLayouts/slideLayout3.xml" Id="R97dde61f99784433" /><Relationship Type="http://schemas.openxmlformats.org/officeDocument/2006/relationships/slideLayout" Target="/ppt/slideLayouts/slideLayout4.xml" Id="Rf57440352f10460e" /><Relationship Type="http://schemas.openxmlformats.org/officeDocument/2006/relationships/slideLayout" Target="/ppt/slideLayouts/slideLayout5.xml" Id="R7e7b1a823bdd4962" /><Relationship Type="http://schemas.openxmlformats.org/officeDocument/2006/relationships/slideLayout" Target="/ppt/slideLayouts/slideLayout6.xml" Id="R1a3cc51a029549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f045621d404882"/>
    <p:sldLayoutId xmlns:r="http://schemas.openxmlformats.org/officeDocument/2006/relationships" id="2147483650" r:id="R993cd8a5694040f4"/>
    <p:sldLayoutId xmlns:r="http://schemas.openxmlformats.org/officeDocument/2006/relationships" id="2147483651" r:id="R97dde61f99784433"/>
    <p:sldLayoutId xmlns:r="http://schemas.openxmlformats.org/officeDocument/2006/relationships" id="2147483652" r:id="Rf57440352f10460e"/>
    <p:sldLayoutId xmlns:r="http://schemas.openxmlformats.org/officeDocument/2006/relationships" id="2147483653" r:id="R7e7b1a823bdd4962"/>
    <p:sldLayoutId xmlns:r="http://schemas.openxmlformats.org/officeDocument/2006/relationships" id="2147483654" r:id="R1a3cc51a029549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5d8ff5b2e04751" /><Relationship Type="http://schemas.openxmlformats.org/officeDocument/2006/relationships/notesSlide" Target="/ppt/notesSlides/notesSlide1.xml" Id="R64af8c2fbc5c48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1eb5c5a1fe4687" /><Relationship Type="http://schemas.openxmlformats.org/officeDocument/2006/relationships/notesSlide" Target="/ppt/notesSlides/notesSlide2.xml" Id="R8709cd833ea44b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d956e6b3db4f2c" /><Relationship Type="http://schemas.openxmlformats.org/officeDocument/2006/relationships/notesSlide" Target="/ppt/notesSlides/notesSlide3.xml" Id="Ra3764e44a7434e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33cbe70ca949ad" /><Relationship Type="http://schemas.openxmlformats.org/officeDocument/2006/relationships/notesSlide" Target="/ppt/notesSlides/notesSlide4.xml" Id="R7b6abd2ef21249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54ad413ef44875" /><Relationship Type="http://schemas.openxmlformats.org/officeDocument/2006/relationships/notesSlide" Target="/ppt/notesSlides/notesSlide5.xml" Id="R3c99c5a8c6ef41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d4654d4db54466" /><Relationship Type="http://schemas.openxmlformats.org/officeDocument/2006/relationships/notesSlide" Target="/ppt/notesSlides/notesSlide6.xml" Id="R50ee91c0530e4254"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AEB928-01F7-4EFF-96F5-C10B34646EA7}"/>
              </a:ext>
            </a:extLst>
          </p:cNvPr>
          <p:cNvSpPr>
            <a:spLocks xmlns:a="http://schemas.openxmlformats.org/drawingml/2006/main" noGrp="1"/>
          </p:cNvSpPr>
          <p:nvPr/>
        </p:nvSpPr>
        <p:spPr>
          <a:xfrm xmlns:a="http://schemas.openxmlformats.org/drawingml/2006/main">
            <a:off x="685800" y="876300"/>
            <a:ext cx="133350" cy="432435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4735C4-0861-4727-89D4-52EA762AFAD6}"/>
              </a:ext>
            </a:extLst>
          </p:cNvPr>
          <p:cNvSpPr>
            <a:spLocks xmlns:a="http://schemas.openxmlformats.org/drawingml/2006/main" noGrp="1"/>
          </p:cNvSpPr>
          <p:nvPr/>
        </p:nvSpPr>
        <p:spPr>
          <a:xfrm xmlns:a="http://schemas.openxmlformats.org/drawingml/2006/main">
            <a:off x="1104900" y="876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44C2B3"/>
                </a:solidFill>
                <a:latin typeface="Arial"/>
                <a:ea typeface="Arial"/>
                <a:cs typeface="Arial"/>
              </a:defRPr>
            </a:defPPr>
            <a:lvl1pPr>
              <a:defRPr sz="1875" b="1">
                <a:solidFill>
                  <a:srgbClr val="44C2B3"/>
                </a:solidFill>
                <a:latin typeface="Arial"/>
                <a:ea typeface="Arial"/>
                <a:cs typeface="Arial"/>
              </a:defRPr>
            </a:lvl1pPr>
            <a:lvl2pPr>
              <a:defRPr sz="1875" b="1">
                <a:solidFill>
                  <a:srgbClr val="44C2B3"/>
                </a:solidFill>
                <a:latin typeface="Arial"/>
                <a:ea typeface="Arial"/>
                <a:cs typeface="Arial"/>
              </a:defRPr>
            </a:lvl2pPr>
            <a:lvl3pPr>
              <a:defRPr sz="1875" b="1">
                <a:solidFill>
                  <a:srgbClr val="44C2B3"/>
                </a:solidFill>
                <a:latin typeface="Arial"/>
                <a:ea typeface="Arial"/>
                <a:cs typeface="Arial"/>
              </a:defRPr>
            </a:lvl3pPr>
            <a:lvl4pPr>
              <a:defRPr sz="1875" b="1">
                <a:solidFill>
                  <a:srgbClr val="44C2B3"/>
                </a:solidFill>
                <a:latin typeface="Arial"/>
                <a:ea typeface="Arial"/>
                <a:cs typeface="Arial"/>
              </a:defRPr>
            </a:lvl4pPr>
            <a:lvl5pPr>
              <a:defRPr sz="1875" b="1">
                <a:solidFill>
                  <a:srgbClr val="44C2B3"/>
                </a:solidFill>
                <a:latin typeface="Arial"/>
                <a:ea typeface="Arial"/>
                <a:cs typeface="Arial"/>
              </a:defRPr>
            </a:lvl5pPr>
            <a:lvl6pPr>
              <a:defRPr sz="1875" b="1">
                <a:solidFill>
                  <a:srgbClr val="44C2B3"/>
                </a:solidFill>
                <a:latin typeface="Arial"/>
                <a:ea typeface="Arial"/>
                <a:cs typeface="Arial"/>
              </a:defRPr>
            </a:lvl6pPr>
            <a:lvl7pPr>
              <a:defRPr sz="1875" b="1">
                <a:solidFill>
                  <a:srgbClr val="44C2B3"/>
                </a:solidFill>
                <a:latin typeface="Arial"/>
                <a:ea typeface="Arial"/>
                <a:cs typeface="Arial"/>
              </a:defRPr>
            </a:lvl7pPr>
            <a:lvl8pPr>
              <a:defRPr sz="1875" b="1">
                <a:solidFill>
                  <a:srgbClr val="44C2B3"/>
                </a:solidFill>
                <a:latin typeface="Arial"/>
                <a:ea typeface="Arial"/>
                <a:cs typeface="Arial"/>
              </a:defRPr>
            </a:lvl8pPr>
            <a:lvl9pPr>
              <a:defRPr sz="1875" b="1">
                <a:solidFill>
                  <a:srgbClr val="44C2B3"/>
                </a:solidFill>
                <a:latin typeface="Arial"/>
                <a:ea typeface="Arial"/>
                <a:cs typeface="Arial"/>
              </a:defRPr>
            </a:lvl9pPr>
          </a:lstStyle>
          <a:p xmlns:a="http://schemas.openxmlformats.org/drawingml/2006/main">
            <a:pPr>
              <a:defRPr sz="1875" b="1">
                <a:solidFill>
                  <a:srgbClr val="44C2B3"/>
                </a:solidFill>
                <a:latin typeface="Arial"/>
                <a:ea typeface="Arial"/>
                <a:cs typeface="Arial"/>
              </a:defRPr>
            </a:pPr>
            <a:r>
              <a:rPr sz="1875" b="1">
                <a:solidFill>
                  <a:srgbClr val="44C2B3"/>
                </a:solidFill>
                <a:latin typeface="Arial"/>
                <a:ea typeface="Arial"/>
                <a:cs typeface="Arial"/>
              </a:rPr>
              <a:t>AXON</a:t>
            </a:r>
          </a:p>
        </p:txBody>
      </p:sp>
      <p:sp>
        <p:nvSpPr>
          <p:cNvPr id="3" name="">
            <a:extLst xmlns:a="http://schemas.openxmlformats.org/drawingml/2006/main">
              <a:ext uri="{FF2B5EF4-FFF2-40B4-BE49-F238E27FC236}">
                <a16:creationId xmlns:a16="http://schemas.microsoft.com/office/drawing/2014/main" id="{723C136E-75EC-4E00-88D6-4D0091C24FF6}"/>
              </a:ext>
            </a:extLst>
          </p:cNvPr>
          <p:cNvSpPr>
            <a:spLocks xmlns:a="http://schemas.openxmlformats.org/drawingml/2006/main" noGrp="1"/>
          </p:cNvSpPr>
          <p:nvPr/>
        </p:nvSpPr>
        <p:spPr>
          <a:xfrm xmlns:a="http://schemas.openxmlformats.org/drawingml/2006/main">
            <a:off x="1104900" y="1581150"/>
            <a:ext cx="6858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Bearing fault</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diagnosis at the edge</a:t>
            </a:r>
          </a:p>
        </p:txBody>
      </p:sp>
      <p:sp>
        <p:nvSpPr>
          <p:cNvPr id="4" name="">
            <a:extLst xmlns:a="http://schemas.openxmlformats.org/drawingml/2006/main">
              <a:ext uri="{FF2B5EF4-FFF2-40B4-BE49-F238E27FC236}">
                <a16:creationId xmlns:a16="http://schemas.microsoft.com/office/drawing/2014/main" id="{AACE7AC2-14CE-4E9B-AC1A-E784CA99EF2E}"/>
              </a:ext>
            </a:extLst>
          </p:cNvPr>
          <p:cNvSpPr>
            <a:spLocks xmlns:a="http://schemas.openxmlformats.org/drawingml/2006/main" noGrp="1"/>
          </p:cNvSpPr>
          <p:nvPr/>
        </p:nvSpPr>
        <p:spPr>
          <a:xfrm xmlns:a="http://schemas.openxmlformats.org/drawingml/2006/main">
            <a:off x="1104900" y="33718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C8D7DF"/>
                </a:solidFill>
                <a:latin typeface="Arial"/>
                <a:ea typeface="Arial"/>
                <a:cs typeface="Arial"/>
              </a:defRPr>
            </a:defPPr>
            <a:lvl1pPr>
              <a:defRPr sz="1575" b="0">
                <a:solidFill>
                  <a:srgbClr val="C8D7DF"/>
                </a:solidFill>
                <a:latin typeface="Arial"/>
                <a:ea typeface="Arial"/>
                <a:cs typeface="Arial"/>
              </a:defRPr>
            </a:lvl1pPr>
            <a:lvl2pPr>
              <a:defRPr sz="1575" b="0">
                <a:solidFill>
                  <a:srgbClr val="C8D7DF"/>
                </a:solidFill>
                <a:latin typeface="Arial"/>
                <a:ea typeface="Arial"/>
                <a:cs typeface="Arial"/>
              </a:defRPr>
            </a:lvl2pPr>
            <a:lvl3pPr>
              <a:defRPr sz="1575" b="0">
                <a:solidFill>
                  <a:srgbClr val="C8D7DF"/>
                </a:solidFill>
                <a:latin typeface="Arial"/>
                <a:ea typeface="Arial"/>
                <a:cs typeface="Arial"/>
              </a:defRPr>
            </a:lvl3pPr>
            <a:lvl4pPr>
              <a:defRPr sz="1575" b="0">
                <a:solidFill>
                  <a:srgbClr val="C8D7DF"/>
                </a:solidFill>
                <a:latin typeface="Arial"/>
                <a:ea typeface="Arial"/>
                <a:cs typeface="Arial"/>
              </a:defRPr>
            </a:lvl4pPr>
            <a:lvl5pPr>
              <a:defRPr sz="1575" b="0">
                <a:solidFill>
                  <a:srgbClr val="C8D7DF"/>
                </a:solidFill>
                <a:latin typeface="Arial"/>
                <a:ea typeface="Arial"/>
                <a:cs typeface="Arial"/>
              </a:defRPr>
            </a:lvl5pPr>
            <a:lvl6pPr>
              <a:defRPr sz="1575" b="0">
                <a:solidFill>
                  <a:srgbClr val="C8D7DF"/>
                </a:solidFill>
                <a:latin typeface="Arial"/>
                <a:ea typeface="Arial"/>
                <a:cs typeface="Arial"/>
              </a:defRPr>
            </a:lvl6pPr>
            <a:lvl7pPr>
              <a:defRPr sz="1575" b="0">
                <a:solidFill>
                  <a:srgbClr val="C8D7DF"/>
                </a:solidFill>
                <a:latin typeface="Arial"/>
                <a:ea typeface="Arial"/>
                <a:cs typeface="Arial"/>
              </a:defRPr>
            </a:lvl7pPr>
            <a:lvl8pPr>
              <a:defRPr sz="1575" b="0">
                <a:solidFill>
                  <a:srgbClr val="C8D7DF"/>
                </a:solidFill>
                <a:latin typeface="Arial"/>
                <a:ea typeface="Arial"/>
                <a:cs typeface="Arial"/>
              </a:defRPr>
            </a:lvl8pPr>
            <a:lvl9pPr>
              <a:defRPr sz="1575" b="0">
                <a:solidFill>
                  <a:srgbClr val="C8D7DF"/>
                </a:solidFill>
                <a:latin typeface="Arial"/>
                <a:ea typeface="Arial"/>
                <a:cs typeface="Arial"/>
              </a:defRPr>
            </a:lvl9pPr>
          </a:lstStyle>
          <a:p xmlns:a="http://schemas.openxmlformats.org/drawingml/2006/main">
            <a:pPr>
              <a:defRPr sz="1575" b="0">
                <a:solidFill>
                  <a:srgbClr val="C8D7DF"/>
                </a:solidFill>
                <a:latin typeface="Arial"/>
                <a:ea typeface="Arial"/>
                <a:cs typeface="Arial"/>
              </a:defRPr>
            </a:pPr>
            <a:r>
              <a:rPr sz="1575" b="0">
                <a:solidFill>
                  <a:srgbClr val="C8D7DF"/>
                </a:solidFill>
                <a:latin typeface="Arial"/>
                <a:ea typeface="Arial"/>
                <a:cs typeface="Arial"/>
              </a:rPr>
              <a:t>A real-data demo using the Paderborn Bearing DataCenter</a:t>
            </a:r>
          </a:p>
        </p:txBody>
      </p:sp>
      <p:sp>
        <p:nvSpPr>
          <p:cNvPr id="5" name="">
            <a:extLst xmlns:a="http://schemas.openxmlformats.org/drawingml/2006/main">
              <a:ext uri="{FF2B5EF4-FFF2-40B4-BE49-F238E27FC236}">
                <a16:creationId xmlns:a16="http://schemas.microsoft.com/office/drawing/2014/main" id="{E8E320BD-3D0A-4E94-A244-E27A0C8FEB5B}"/>
              </a:ext>
            </a:extLst>
          </p:cNvPr>
          <p:cNvSpPr>
            <a:spLocks xmlns:a="http://schemas.openxmlformats.org/drawingml/2006/main" noGrp="1"/>
          </p:cNvSpPr>
          <p:nvPr/>
        </p:nvSpPr>
        <p:spPr>
          <a:xfrm xmlns:a="http://schemas.openxmlformats.org/drawingml/2006/main">
            <a:off x="1104900" y="3905250"/>
            <a:ext cx="752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C8D7DF"/>
                </a:solidFill>
                <a:latin typeface="Arial"/>
                <a:ea typeface="Arial"/>
                <a:cs typeface="Arial"/>
              </a:defRPr>
            </a:defPPr>
            <a:lvl1pPr>
              <a:defRPr sz="1200" b="0">
                <a:solidFill>
                  <a:srgbClr val="C8D7DF"/>
                </a:solidFill>
                <a:latin typeface="Arial"/>
                <a:ea typeface="Arial"/>
                <a:cs typeface="Arial"/>
              </a:defRPr>
            </a:lvl1pPr>
            <a:lvl2pPr>
              <a:defRPr sz="1200" b="0">
                <a:solidFill>
                  <a:srgbClr val="C8D7DF"/>
                </a:solidFill>
                <a:latin typeface="Arial"/>
                <a:ea typeface="Arial"/>
                <a:cs typeface="Arial"/>
              </a:defRPr>
            </a:lvl2pPr>
            <a:lvl3pPr>
              <a:defRPr sz="1200" b="0">
                <a:solidFill>
                  <a:srgbClr val="C8D7DF"/>
                </a:solidFill>
                <a:latin typeface="Arial"/>
                <a:ea typeface="Arial"/>
                <a:cs typeface="Arial"/>
              </a:defRPr>
            </a:lvl3pPr>
            <a:lvl4pPr>
              <a:defRPr sz="1200" b="0">
                <a:solidFill>
                  <a:srgbClr val="C8D7DF"/>
                </a:solidFill>
                <a:latin typeface="Arial"/>
                <a:ea typeface="Arial"/>
                <a:cs typeface="Arial"/>
              </a:defRPr>
            </a:lvl4pPr>
            <a:lvl5pPr>
              <a:defRPr sz="1200" b="0">
                <a:solidFill>
                  <a:srgbClr val="C8D7DF"/>
                </a:solidFill>
                <a:latin typeface="Arial"/>
                <a:ea typeface="Arial"/>
                <a:cs typeface="Arial"/>
              </a:defRPr>
            </a:lvl5pPr>
            <a:lvl6pPr>
              <a:defRPr sz="1200" b="0">
                <a:solidFill>
                  <a:srgbClr val="C8D7DF"/>
                </a:solidFill>
                <a:latin typeface="Arial"/>
                <a:ea typeface="Arial"/>
                <a:cs typeface="Arial"/>
              </a:defRPr>
            </a:lvl6pPr>
            <a:lvl7pPr>
              <a:defRPr sz="1200" b="0">
                <a:solidFill>
                  <a:srgbClr val="C8D7DF"/>
                </a:solidFill>
                <a:latin typeface="Arial"/>
                <a:ea typeface="Arial"/>
                <a:cs typeface="Arial"/>
              </a:defRPr>
            </a:lvl7pPr>
            <a:lvl8pPr>
              <a:defRPr sz="1200" b="0">
                <a:solidFill>
                  <a:srgbClr val="C8D7DF"/>
                </a:solidFill>
                <a:latin typeface="Arial"/>
                <a:ea typeface="Arial"/>
                <a:cs typeface="Arial"/>
              </a:defRPr>
            </a:lvl8pPr>
            <a:lvl9pPr>
              <a:defRPr sz="1200" b="0">
                <a:solidFill>
                  <a:srgbClr val="C8D7DF"/>
                </a:solidFill>
                <a:latin typeface="Arial"/>
                <a:ea typeface="Arial"/>
                <a:cs typeface="Arial"/>
              </a:defRPr>
            </a:lvl9pPr>
          </a:lstStyle>
          <a:p xmlns:a="http://schemas.openxmlformats.org/drawingml/2006/main">
            <a:pPr>
              <a:defRPr sz="1200" b="0">
                <a:solidFill>
                  <a:srgbClr val="C8D7DF"/>
                </a:solidFill>
                <a:latin typeface="Arial"/>
                <a:ea typeface="Arial"/>
                <a:cs typeface="Arial"/>
              </a:defRPr>
            </a:pPr>
            <a:r>
              <a:rPr sz="1200" b="0">
                <a:solidFill>
                  <a:srgbClr val="C8D7DF"/>
                </a:solidFill>
                <a:latin typeface="Arial"/>
                <a:ea typeface="Arial"/>
                <a:cs typeface="Arial"/>
              </a:rPr>
              <a:t>TensorFlow-ready workflow, deployed with a validated Random Forest reference model</a:t>
            </a:r>
          </a:p>
        </p:txBody>
      </p:sp>
      <p:sp>
        <p:nvSpPr>
          <p:cNvPr id="6" name="">
            <a:extLst xmlns:a="http://schemas.openxmlformats.org/drawingml/2006/main">
              <a:ext uri="{FF2B5EF4-FFF2-40B4-BE49-F238E27FC236}">
                <a16:creationId xmlns:a16="http://schemas.microsoft.com/office/drawing/2014/main" id="{0E4093CB-B7EA-4913-BD44-FE650EF1E52C}"/>
              </a:ext>
            </a:extLst>
          </p:cNvPr>
          <p:cNvSpPr>
            <a:spLocks xmlns:a="http://schemas.openxmlformats.org/drawingml/2006/main" noGrp="1"/>
          </p:cNvSpPr>
          <p:nvPr/>
        </p:nvSpPr>
        <p:spPr>
          <a:xfrm xmlns:a="http://schemas.openxmlformats.org/drawingml/2006/main">
            <a:off x="8705850" y="1600200"/>
            <a:ext cx="2095500" cy="2095500"/>
          </a:xfrm>
          <a:prstGeom xmlns:a="http://schemas.openxmlformats.org/drawingml/2006/main" prst="roundRect">
            <a:avLst>
              <a:gd name="adj" fmla="val 3636"/>
            </a:avLst>
          </a:prstGeom>
          <a:solidFill xmlns:a="http://schemas.openxmlformats.org/drawingml/2006/main">
            <a:srgbClr val="176B8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ADAB16-9209-4855-A13C-A6127BEDAD4B}"/>
              </a:ext>
            </a:extLst>
          </p:cNvPr>
          <p:cNvSpPr>
            <a:spLocks xmlns:a="http://schemas.openxmlformats.org/drawingml/2006/main" noGrp="1"/>
          </p:cNvSpPr>
          <p:nvPr/>
        </p:nvSpPr>
        <p:spPr>
          <a:xfrm xmlns:a="http://schemas.openxmlformats.org/drawingml/2006/main">
            <a:off x="8991600" y="21050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64 kHz</a:t>
            </a:r>
          </a:p>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vibration</a:t>
            </a:r>
          </a:p>
        </p:txBody>
      </p:sp>
      <p:sp>
        <p:nvSpPr>
          <p:cNvPr id="8" name="">
            <a:extLst xmlns:a="http://schemas.openxmlformats.org/drawingml/2006/main">
              <a:ext uri="{FF2B5EF4-FFF2-40B4-BE49-F238E27FC236}">
                <a16:creationId xmlns:a16="http://schemas.microsoft.com/office/drawing/2014/main" id="{E512C454-7A62-4D4A-A271-7E2BE1FED1FC}"/>
              </a:ext>
            </a:extLst>
          </p:cNvPr>
          <p:cNvSpPr>
            <a:spLocks xmlns:a="http://schemas.openxmlformats.org/drawingml/2006/main" noGrp="1"/>
          </p:cNvSpPr>
          <p:nvPr/>
        </p:nvSpPr>
        <p:spPr>
          <a:xfrm xmlns:a="http://schemas.openxmlformats.org/drawingml/2006/main">
            <a:off x="1104900" y="58197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8D7DF"/>
                </a:solidFill>
                <a:latin typeface="Arial"/>
                <a:ea typeface="Arial"/>
                <a:cs typeface="Arial"/>
              </a:defRPr>
            </a:defPPr>
            <a:lvl1pPr>
              <a:defRPr sz="1125" b="0">
                <a:solidFill>
                  <a:srgbClr val="C8D7DF"/>
                </a:solidFill>
                <a:latin typeface="Arial"/>
                <a:ea typeface="Arial"/>
                <a:cs typeface="Arial"/>
              </a:defRPr>
            </a:lvl1pPr>
            <a:lvl2pPr>
              <a:defRPr sz="1125" b="0">
                <a:solidFill>
                  <a:srgbClr val="C8D7DF"/>
                </a:solidFill>
                <a:latin typeface="Arial"/>
                <a:ea typeface="Arial"/>
                <a:cs typeface="Arial"/>
              </a:defRPr>
            </a:lvl2pPr>
            <a:lvl3pPr>
              <a:defRPr sz="1125" b="0">
                <a:solidFill>
                  <a:srgbClr val="C8D7DF"/>
                </a:solidFill>
                <a:latin typeface="Arial"/>
                <a:ea typeface="Arial"/>
                <a:cs typeface="Arial"/>
              </a:defRPr>
            </a:lvl3pPr>
            <a:lvl4pPr>
              <a:defRPr sz="1125" b="0">
                <a:solidFill>
                  <a:srgbClr val="C8D7DF"/>
                </a:solidFill>
                <a:latin typeface="Arial"/>
                <a:ea typeface="Arial"/>
                <a:cs typeface="Arial"/>
              </a:defRPr>
            </a:lvl4pPr>
            <a:lvl5pPr>
              <a:defRPr sz="1125" b="0">
                <a:solidFill>
                  <a:srgbClr val="C8D7DF"/>
                </a:solidFill>
                <a:latin typeface="Arial"/>
                <a:ea typeface="Arial"/>
                <a:cs typeface="Arial"/>
              </a:defRPr>
            </a:lvl5pPr>
            <a:lvl6pPr>
              <a:defRPr sz="1125" b="0">
                <a:solidFill>
                  <a:srgbClr val="C8D7DF"/>
                </a:solidFill>
                <a:latin typeface="Arial"/>
                <a:ea typeface="Arial"/>
                <a:cs typeface="Arial"/>
              </a:defRPr>
            </a:lvl6pPr>
            <a:lvl7pPr>
              <a:defRPr sz="1125" b="0">
                <a:solidFill>
                  <a:srgbClr val="C8D7DF"/>
                </a:solidFill>
                <a:latin typeface="Arial"/>
                <a:ea typeface="Arial"/>
                <a:cs typeface="Arial"/>
              </a:defRPr>
            </a:lvl7pPr>
            <a:lvl8pPr>
              <a:defRPr sz="1125" b="0">
                <a:solidFill>
                  <a:srgbClr val="C8D7DF"/>
                </a:solidFill>
                <a:latin typeface="Arial"/>
                <a:ea typeface="Arial"/>
                <a:cs typeface="Arial"/>
              </a:defRPr>
            </a:lvl8pPr>
            <a:lvl9pPr>
              <a:defRPr sz="1125" b="0">
                <a:solidFill>
                  <a:srgbClr val="C8D7DF"/>
                </a:solidFill>
                <a:latin typeface="Arial"/>
                <a:ea typeface="Arial"/>
                <a:cs typeface="Arial"/>
              </a:defRPr>
            </a:lvl9pPr>
          </a:lstStyle>
          <a:p xmlns:a="http://schemas.openxmlformats.org/drawingml/2006/main">
            <a:pPr>
              <a:defRPr sz="1125" b="0">
                <a:solidFill>
                  <a:srgbClr val="C8D7DF"/>
                </a:solidFill>
                <a:latin typeface="Arial"/>
                <a:ea typeface="Arial"/>
                <a:cs typeface="Arial"/>
              </a:defRPr>
            </a:pPr>
            <a:r>
              <a:rPr sz="1125" b="0">
                <a:solidFill>
                  <a:srgbClr val="C8D7DF"/>
                </a:solidFill>
                <a:latin typeface="Arial"/>
                <a:ea typeface="Arial"/>
                <a:cs typeface="Arial"/>
              </a:rPr>
              <a:t>17 Oct 2026</a:t>
            </a:r>
          </a:p>
        </p:txBody>
      </p:sp>
    </p:spTree>
    <p:extLst>
      <p:ext uri="{BB962C8B-B14F-4D97-AF65-F5344CB8AC3E}">
        <p14:creationId xmlns:p14="http://schemas.microsoft.com/office/powerpoint/2010/main" val="875211471"/>
      </p:ext>
    </p:extLst>
  </p:cSld>
</p:sld>
</file>

<file path=ppt/slides/slide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F6CB4B-AFA7-43C5-B93D-11EDB7DEE588}"/>
              </a:ext>
            </a:extLst>
          </p:cNvPr>
          <p:cNvSpPr>
            <a:spLocks xmlns:a="http://schemas.openxmlformats.org/drawingml/2006/main" noGrp="1"/>
          </p:cNvSpPr>
          <p:nvPr/>
        </p:nvSpPr>
        <p:spPr>
          <a:xfrm xmlns:a="http://schemas.openxmlformats.org/drawingml/2006/main">
            <a:off x="685800" y="5334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B1F33"/>
                </a:solidFill>
                <a:latin typeface="Arial"/>
                <a:ea typeface="Arial"/>
                <a:cs typeface="Arial"/>
              </a:defRPr>
            </a:defPPr>
            <a:lvl1pPr>
              <a:defRPr sz="2550" b="1">
                <a:solidFill>
                  <a:srgbClr val="0B1F33"/>
                </a:solidFill>
                <a:latin typeface="Arial"/>
                <a:ea typeface="Arial"/>
                <a:cs typeface="Arial"/>
              </a:defRPr>
            </a:lvl1pPr>
            <a:lvl2pPr>
              <a:defRPr sz="2550" b="1">
                <a:solidFill>
                  <a:srgbClr val="0B1F33"/>
                </a:solidFill>
                <a:latin typeface="Arial"/>
                <a:ea typeface="Arial"/>
                <a:cs typeface="Arial"/>
              </a:defRPr>
            </a:lvl2pPr>
            <a:lvl3pPr>
              <a:defRPr sz="2550" b="1">
                <a:solidFill>
                  <a:srgbClr val="0B1F33"/>
                </a:solidFill>
                <a:latin typeface="Arial"/>
                <a:ea typeface="Arial"/>
                <a:cs typeface="Arial"/>
              </a:defRPr>
            </a:lvl3pPr>
            <a:lvl4pPr>
              <a:defRPr sz="2550" b="1">
                <a:solidFill>
                  <a:srgbClr val="0B1F33"/>
                </a:solidFill>
                <a:latin typeface="Arial"/>
                <a:ea typeface="Arial"/>
                <a:cs typeface="Arial"/>
              </a:defRPr>
            </a:lvl4pPr>
            <a:lvl5pPr>
              <a:defRPr sz="2550" b="1">
                <a:solidFill>
                  <a:srgbClr val="0B1F33"/>
                </a:solidFill>
                <a:latin typeface="Arial"/>
                <a:ea typeface="Arial"/>
                <a:cs typeface="Arial"/>
              </a:defRPr>
            </a:lvl5pPr>
            <a:lvl6pPr>
              <a:defRPr sz="2550" b="1">
                <a:solidFill>
                  <a:srgbClr val="0B1F33"/>
                </a:solidFill>
                <a:latin typeface="Arial"/>
                <a:ea typeface="Arial"/>
                <a:cs typeface="Arial"/>
              </a:defRPr>
            </a:lvl6pPr>
            <a:lvl7pPr>
              <a:defRPr sz="2550" b="1">
                <a:solidFill>
                  <a:srgbClr val="0B1F33"/>
                </a:solidFill>
                <a:latin typeface="Arial"/>
                <a:ea typeface="Arial"/>
                <a:cs typeface="Arial"/>
              </a:defRPr>
            </a:lvl7pPr>
            <a:lvl8pPr>
              <a:defRPr sz="2550" b="1">
                <a:solidFill>
                  <a:srgbClr val="0B1F33"/>
                </a:solidFill>
                <a:latin typeface="Arial"/>
                <a:ea typeface="Arial"/>
                <a:cs typeface="Arial"/>
              </a:defRPr>
            </a:lvl8pPr>
            <a:lvl9pPr>
              <a:defRPr sz="2550" b="1">
                <a:solidFill>
                  <a:srgbClr val="0B1F33"/>
                </a:solidFill>
                <a:latin typeface="Arial"/>
                <a:ea typeface="Arial"/>
                <a:cs typeface="Arial"/>
              </a:defRPr>
            </a:lvl9pPr>
          </a:lstStyle>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Demo objective</a:t>
            </a:r>
          </a:p>
        </p:txBody>
      </p:sp>
      <p:sp>
        <p:nvSpPr>
          <p:cNvPr id="2" name="">
            <a:extLst xmlns:a="http://schemas.openxmlformats.org/drawingml/2006/main">
              <a:ext uri="{FF2B5EF4-FFF2-40B4-BE49-F238E27FC236}">
                <a16:creationId xmlns:a16="http://schemas.microsoft.com/office/drawing/2014/main" id="{E53A4698-5E01-4F99-A94B-0CB41199120F}"/>
              </a:ext>
            </a:extLst>
          </p:cNvPr>
          <p:cNvSpPr>
            <a:spLocks xmlns:a="http://schemas.openxmlformats.org/drawingml/2006/main" noGrp="1"/>
          </p:cNvSpPr>
          <p:nvPr/>
        </p:nvSpPr>
        <p:spPr>
          <a:xfrm xmlns:a="http://schemas.openxmlformats.org/drawingml/2006/main">
            <a:off x="685800" y="11239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8606F"/>
                </a:solidFill>
                <a:latin typeface="Arial"/>
                <a:ea typeface="Arial"/>
                <a:cs typeface="Arial"/>
              </a:defRPr>
            </a:defPPr>
            <a:lvl1pPr>
              <a:defRPr sz="1275" b="0">
                <a:solidFill>
                  <a:srgbClr val="48606F"/>
                </a:solidFill>
                <a:latin typeface="Arial"/>
                <a:ea typeface="Arial"/>
                <a:cs typeface="Arial"/>
              </a:defRPr>
            </a:lvl1pPr>
            <a:lvl2pPr>
              <a:defRPr sz="1275" b="0">
                <a:solidFill>
                  <a:srgbClr val="48606F"/>
                </a:solidFill>
                <a:latin typeface="Arial"/>
                <a:ea typeface="Arial"/>
                <a:cs typeface="Arial"/>
              </a:defRPr>
            </a:lvl2pPr>
            <a:lvl3pPr>
              <a:defRPr sz="1275" b="0">
                <a:solidFill>
                  <a:srgbClr val="48606F"/>
                </a:solidFill>
                <a:latin typeface="Arial"/>
                <a:ea typeface="Arial"/>
                <a:cs typeface="Arial"/>
              </a:defRPr>
            </a:lvl3pPr>
            <a:lvl4pPr>
              <a:defRPr sz="1275" b="0">
                <a:solidFill>
                  <a:srgbClr val="48606F"/>
                </a:solidFill>
                <a:latin typeface="Arial"/>
                <a:ea typeface="Arial"/>
                <a:cs typeface="Arial"/>
              </a:defRPr>
            </a:lvl4pPr>
            <a:lvl5pPr>
              <a:defRPr sz="1275" b="0">
                <a:solidFill>
                  <a:srgbClr val="48606F"/>
                </a:solidFill>
                <a:latin typeface="Arial"/>
                <a:ea typeface="Arial"/>
                <a:cs typeface="Arial"/>
              </a:defRPr>
            </a:lvl5pPr>
            <a:lvl6pPr>
              <a:defRPr sz="1275" b="0">
                <a:solidFill>
                  <a:srgbClr val="48606F"/>
                </a:solidFill>
                <a:latin typeface="Arial"/>
                <a:ea typeface="Arial"/>
                <a:cs typeface="Arial"/>
              </a:defRPr>
            </a:lvl6pPr>
            <a:lvl7pPr>
              <a:defRPr sz="1275" b="0">
                <a:solidFill>
                  <a:srgbClr val="48606F"/>
                </a:solidFill>
                <a:latin typeface="Arial"/>
                <a:ea typeface="Arial"/>
                <a:cs typeface="Arial"/>
              </a:defRPr>
            </a:lvl7pPr>
            <a:lvl8pPr>
              <a:defRPr sz="1275" b="0">
                <a:solidFill>
                  <a:srgbClr val="48606F"/>
                </a:solidFill>
                <a:latin typeface="Arial"/>
                <a:ea typeface="Arial"/>
                <a:cs typeface="Arial"/>
              </a:defRPr>
            </a:lvl8pPr>
            <a:lvl9pPr>
              <a:defRPr sz="1275" b="0">
                <a:solidFill>
                  <a:srgbClr val="48606F"/>
                </a:solidFill>
                <a:latin typeface="Arial"/>
                <a:ea typeface="Arial"/>
                <a:cs typeface="Arial"/>
              </a:defRPr>
            </a:lvl9pPr>
          </a:lstStyle>
          <a:p xmlns:a="http://schemas.openxmlformats.org/drawingml/2006/main">
            <a:pPr>
              <a:defRPr sz="1275" b="0">
                <a:solidFill>
                  <a:srgbClr val="48606F"/>
                </a:solidFill>
                <a:latin typeface="Arial"/>
                <a:ea typeface="Arial"/>
                <a:cs typeface="Arial"/>
              </a:defRPr>
            </a:pPr>
            <a:r>
              <a:rPr sz="1275" b="0">
                <a:solidFill>
                  <a:srgbClr val="48606F"/>
                </a:solidFill>
                <a:latin typeface="Arial"/>
                <a:ea typeface="Arial"/>
                <a:cs typeface="Arial"/>
              </a:rPr>
              <a:t>Show that AXON accepts a vibration window, runs local inference, and returns a traceable diagnostic record.</a:t>
            </a:r>
          </a:p>
        </p:txBody>
      </p:sp>
      <p:sp>
        <p:nvSpPr>
          <p:cNvPr id="3" name="">
            <a:extLst xmlns:a="http://schemas.openxmlformats.org/drawingml/2006/main">
              <a:ext uri="{FF2B5EF4-FFF2-40B4-BE49-F238E27FC236}">
                <a16:creationId xmlns:a16="http://schemas.microsoft.com/office/drawing/2014/main" id="{A26C06D8-ED2F-4C97-B87F-9E9AA124C270}"/>
              </a:ext>
            </a:extLst>
          </p:cNvPr>
          <p:cNvSpPr>
            <a:spLocks xmlns:a="http://schemas.openxmlformats.org/drawingml/2006/main" noGrp="1"/>
          </p:cNvSpPr>
          <p:nvPr/>
        </p:nvSpPr>
        <p:spPr>
          <a:xfrm xmlns:a="http://schemas.openxmlformats.org/drawingml/2006/main">
            <a:off x="685800" y="1524000"/>
            <a:ext cx="914400" cy="5715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518004-7953-4AB6-B96A-279442E1C96F}"/>
              </a:ext>
            </a:extLst>
          </p:cNvPr>
          <p:cNvSpPr>
            <a:spLocks xmlns:a="http://schemas.openxmlformats.org/drawingml/2006/main" noGrp="1"/>
          </p:cNvSpPr>
          <p:nvPr/>
        </p:nvSpPr>
        <p:spPr>
          <a:xfrm xmlns:a="http://schemas.openxmlformats.org/drawingml/2006/main">
            <a:off x="685800" y="20193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B1F33"/>
                </a:solidFill>
                <a:latin typeface="Arial"/>
                <a:ea typeface="Arial"/>
                <a:cs typeface="Arial"/>
              </a:defRPr>
            </a:defPPr>
            <a:lvl1pPr>
              <a:defRPr sz="1650" b="1">
                <a:solidFill>
                  <a:srgbClr val="0B1F33"/>
                </a:solidFill>
                <a:latin typeface="Arial"/>
                <a:ea typeface="Arial"/>
                <a:cs typeface="Arial"/>
              </a:defRPr>
            </a:lvl1pPr>
            <a:lvl2pPr>
              <a:defRPr sz="1650" b="1">
                <a:solidFill>
                  <a:srgbClr val="0B1F33"/>
                </a:solidFill>
                <a:latin typeface="Arial"/>
                <a:ea typeface="Arial"/>
                <a:cs typeface="Arial"/>
              </a:defRPr>
            </a:lvl2pPr>
            <a:lvl3pPr>
              <a:defRPr sz="1650" b="1">
                <a:solidFill>
                  <a:srgbClr val="0B1F33"/>
                </a:solidFill>
                <a:latin typeface="Arial"/>
                <a:ea typeface="Arial"/>
                <a:cs typeface="Arial"/>
              </a:defRPr>
            </a:lvl3pPr>
            <a:lvl4pPr>
              <a:defRPr sz="1650" b="1">
                <a:solidFill>
                  <a:srgbClr val="0B1F33"/>
                </a:solidFill>
                <a:latin typeface="Arial"/>
                <a:ea typeface="Arial"/>
                <a:cs typeface="Arial"/>
              </a:defRPr>
            </a:lvl4pPr>
            <a:lvl5pPr>
              <a:defRPr sz="1650" b="1">
                <a:solidFill>
                  <a:srgbClr val="0B1F33"/>
                </a:solidFill>
                <a:latin typeface="Arial"/>
                <a:ea typeface="Arial"/>
                <a:cs typeface="Arial"/>
              </a:defRPr>
            </a:lvl5pPr>
            <a:lvl6pPr>
              <a:defRPr sz="1650" b="1">
                <a:solidFill>
                  <a:srgbClr val="0B1F33"/>
                </a:solidFill>
                <a:latin typeface="Arial"/>
                <a:ea typeface="Arial"/>
                <a:cs typeface="Arial"/>
              </a:defRPr>
            </a:lvl6pPr>
            <a:lvl7pPr>
              <a:defRPr sz="1650" b="1">
                <a:solidFill>
                  <a:srgbClr val="0B1F33"/>
                </a:solidFill>
                <a:latin typeface="Arial"/>
                <a:ea typeface="Arial"/>
                <a:cs typeface="Arial"/>
              </a:defRPr>
            </a:lvl7pPr>
            <a:lvl8pPr>
              <a:defRPr sz="1650" b="1">
                <a:solidFill>
                  <a:srgbClr val="0B1F33"/>
                </a:solidFill>
                <a:latin typeface="Arial"/>
                <a:ea typeface="Arial"/>
                <a:cs typeface="Arial"/>
              </a:defRPr>
            </a:lvl8pPr>
            <a:lvl9pPr>
              <a:defRPr sz="1650" b="1">
                <a:solidFill>
                  <a:srgbClr val="0B1F33"/>
                </a:solidFill>
                <a:latin typeface="Arial"/>
                <a:ea typeface="Arial"/>
                <a:cs typeface="Arial"/>
              </a:defRPr>
            </a:lvl9pPr>
          </a:lstStyle>
          <a:p xmlns:a="http://schemas.openxmlformats.org/drawingml/2006/main">
            <a:pPr>
              <a:defRPr sz="1650" b="1">
                <a:solidFill>
                  <a:srgbClr val="0B1F33"/>
                </a:solidFill>
                <a:latin typeface="Arial"/>
                <a:ea typeface="Arial"/>
                <a:cs typeface="Arial"/>
              </a:defRPr>
            </a:pPr>
            <a:r>
              <a:rPr sz="1650" b="1">
                <a:solidFill>
                  <a:srgbClr val="0B1F33"/>
                </a:solidFill>
                <a:latin typeface="Arial"/>
                <a:ea typeface="Arial"/>
                <a:cs typeface="Arial"/>
              </a:rPr>
              <a:t>The question</a:t>
            </a:r>
          </a:p>
        </p:txBody>
      </p:sp>
      <p:sp>
        <p:nvSpPr>
          <p:cNvPr id="5" name="">
            <a:extLst xmlns:a="http://schemas.openxmlformats.org/drawingml/2006/main">
              <a:ext uri="{FF2B5EF4-FFF2-40B4-BE49-F238E27FC236}">
                <a16:creationId xmlns:a16="http://schemas.microsoft.com/office/drawing/2014/main" id="{0B2F1046-62EA-4071-89E9-9D1D976E3391}"/>
              </a:ext>
            </a:extLst>
          </p:cNvPr>
          <p:cNvSpPr>
            <a:spLocks xmlns:a="http://schemas.openxmlformats.org/drawingml/2006/main" noGrp="1"/>
          </p:cNvSpPr>
          <p:nvPr/>
        </p:nvSpPr>
        <p:spPr>
          <a:xfrm xmlns:a="http://schemas.openxmlformats.org/drawingml/2006/main">
            <a:off x="685800" y="2533650"/>
            <a:ext cx="4610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0212D"/>
                </a:solidFill>
                <a:latin typeface="Arial"/>
                <a:ea typeface="Arial"/>
                <a:cs typeface="Arial"/>
              </a:defRPr>
            </a:defPPr>
            <a:lvl1pPr>
              <a:defRPr sz="2175" b="1">
                <a:solidFill>
                  <a:srgbClr val="10212D"/>
                </a:solidFill>
                <a:latin typeface="Arial"/>
                <a:ea typeface="Arial"/>
                <a:cs typeface="Arial"/>
              </a:defRPr>
            </a:lvl1pPr>
            <a:lvl2pPr>
              <a:defRPr sz="2175" b="1">
                <a:solidFill>
                  <a:srgbClr val="10212D"/>
                </a:solidFill>
                <a:latin typeface="Arial"/>
                <a:ea typeface="Arial"/>
                <a:cs typeface="Arial"/>
              </a:defRPr>
            </a:lvl2pPr>
            <a:lvl3pPr>
              <a:defRPr sz="2175" b="1">
                <a:solidFill>
                  <a:srgbClr val="10212D"/>
                </a:solidFill>
                <a:latin typeface="Arial"/>
                <a:ea typeface="Arial"/>
                <a:cs typeface="Arial"/>
              </a:defRPr>
            </a:lvl3pPr>
            <a:lvl4pPr>
              <a:defRPr sz="2175" b="1">
                <a:solidFill>
                  <a:srgbClr val="10212D"/>
                </a:solidFill>
                <a:latin typeface="Arial"/>
                <a:ea typeface="Arial"/>
                <a:cs typeface="Arial"/>
              </a:defRPr>
            </a:lvl4pPr>
            <a:lvl5pPr>
              <a:defRPr sz="2175" b="1">
                <a:solidFill>
                  <a:srgbClr val="10212D"/>
                </a:solidFill>
                <a:latin typeface="Arial"/>
                <a:ea typeface="Arial"/>
                <a:cs typeface="Arial"/>
              </a:defRPr>
            </a:lvl5pPr>
            <a:lvl6pPr>
              <a:defRPr sz="2175" b="1">
                <a:solidFill>
                  <a:srgbClr val="10212D"/>
                </a:solidFill>
                <a:latin typeface="Arial"/>
                <a:ea typeface="Arial"/>
                <a:cs typeface="Arial"/>
              </a:defRPr>
            </a:lvl6pPr>
            <a:lvl7pPr>
              <a:defRPr sz="2175" b="1">
                <a:solidFill>
                  <a:srgbClr val="10212D"/>
                </a:solidFill>
                <a:latin typeface="Arial"/>
                <a:ea typeface="Arial"/>
                <a:cs typeface="Arial"/>
              </a:defRPr>
            </a:lvl7pPr>
            <a:lvl8pPr>
              <a:defRPr sz="2175" b="1">
                <a:solidFill>
                  <a:srgbClr val="10212D"/>
                </a:solidFill>
                <a:latin typeface="Arial"/>
                <a:ea typeface="Arial"/>
                <a:cs typeface="Arial"/>
              </a:defRPr>
            </a:lvl8pPr>
            <a:lvl9pPr>
              <a:defRPr sz="2175" b="1">
                <a:solidFill>
                  <a:srgbClr val="10212D"/>
                </a:solidFill>
                <a:latin typeface="Arial"/>
                <a:ea typeface="Arial"/>
                <a:cs typeface="Arial"/>
              </a:defRPr>
            </a:lvl9pPr>
          </a:lstStyle>
          <a:p xmlns:a="http://schemas.openxmlformats.org/drawingml/2006/main">
            <a:pPr>
              <a:defRPr sz="2175" b="1">
                <a:solidFill>
                  <a:srgbClr val="10212D"/>
                </a:solidFill>
                <a:latin typeface="Arial"/>
                <a:ea typeface="Arial"/>
                <a:cs typeface="Arial"/>
              </a:defRPr>
            </a:pPr>
            <a:r>
              <a:rPr sz="2175" b="1">
                <a:solidFill>
                  <a:srgbClr val="10212D"/>
                </a:solidFill>
                <a:latin typeface="Arial"/>
                <a:ea typeface="Arial"/>
                <a:cs typeface="Arial"/>
              </a:rPr>
              <a:t>Can a locally deployed model distinguish a healthy bearing from a bearing with documented damage?</a:t>
            </a:r>
          </a:p>
        </p:txBody>
      </p:sp>
      <p:sp>
        <p:nvSpPr>
          <p:cNvPr id="6" name="">
            <a:extLst xmlns:a="http://schemas.openxmlformats.org/drawingml/2006/main">
              <a:ext uri="{FF2B5EF4-FFF2-40B4-BE49-F238E27FC236}">
                <a16:creationId xmlns:a16="http://schemas.microsoft.com/office/drawing/2014/main" id="{67AAE68A-9EAC-40AA-84EE-04A80506A887}"/>
              </a:ext>
            </a:extLst>
          </p:cNvPr>
          <p:cNvSpPr>
            <a:spLocks xmlns:a="http://schemas.openxmlformats.org/drawingml/2006/main" noGrp="1"/>
          </p:cNvSpPr>
          <p:nvPr/>
        </p:nvSpPr>
        <p:spPr>
          <a:xfrm xmlns:a="http://schemas.openxmlformats.org/drawingml/2006/main">
            <a:off x="5981700" y="1981200"/>
            <a:ext cx="49720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07F0F4-725C-4319-9C5F-3C364636EB03}"/>
              </a:ext>
            </a:extLst>
          </p:cNvPr>
          <p:cNvSpPr>
            <a:spLocks xmlns:a="http://schemas.openxmlformats.org/drawingml/2006/main" noGrp="1"/>
          </p:cNvSpPr>
          <p:nvPr/>
        </p:nvSpPr>
        <p:spPr>
          <a:xfrm xmlns:a="http://schemas.openxmlformats.org/drawingml/2006/main">
            <a:off x="6343650" y="23050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F33"/>
                </a:solidFill>
                <a:latin typeface="Arial"/>
                <a:ea typeface="Arial"/>
                <a:cs typeface="Arial"/>
              </a:defRPr>
            </a:defPPr>
            <a:lvl1pPr>
              <a:defRPr sz="1500" b="1">
                <a:solidFill>
                  <a:srgbClr val="0B1F33"/>
                </a:solidFill>
                <a:latin typeface="Arial"/>
                <a:ea typeface="Arial"/>
                <a:cs typeface="Arial"/>
              </a:defRPr>
            </a:lvl1pPr>
            <a:lvl2pPr>
              <a:defRPr sz="1500" b="1">
                <a:solidFill>
                  <a:srgbClr val="0B1F33"/>
                </a:solidFill>
                <a:latin typeface="Arial"/>
                <a:ea typeface="Arial"/>
                <a:cs typeface="Arial"/>
              </a:defRPr>
            </a:lvl2pPr>
            <a:lvl3pPr>
              <a:defRPr sz="1500" b="1">
                <a:solidFill>
                  <a:srgbClr val="0B1F33"/>
                </a:solidFill>
                <a:latin typeface="Arial"/>
                <a:ea typeface="Arial"/>
                <a:cs typeface="Arial"/>
              </a:defRPr>
            </a:lvl3pPr>
            <a:lvl4pPr>
              <a:defRPr sz="1500" b="1">
                <a:solidFill>
                  <a:srgbClr val="0B1F33"/>
                </a:solidFill>
                <a:latin typeface="Arial"/>
                <a:ea typeface="Arial"/>
                <a:cs typeface="Arial"/>
              </a:defRPr>
            </a:lvl4pPr>
            <a:lvl5pPr>
              <a:defRPr sz="1500" b="1">
                <a:solidFill>
                  <a:srgbClr val="0B1F33"/>
                </a:solidFill>
                <a:latin typeface="Arial"/>
                <a:ea typeface="Arial"/>
                <a:cs typeface="Arial"/>
              </a:defRPr>
            </a:lvl5pPr>
            <a:lvl6pPr>
              <a:defRPr sz="1500" b="1">
                <a:solidFill>
                  <a:srgbClr val="0B1F33"/>
                </a:solidFill>
                <a:latin typeface="Arial"/>
                <a:ea typeface="Arial"/>
                <a:cs typeface="Arial"/>
              </a:defRPr>
            </a:lvl6pPr>
            <a:lvl7pPr>
              <a:defRPr sz="1500" b="1">
                <a:solidFill>
                  <a:srgbClr val="0B1F33"/>
                </a:solidFill>
                <a:latin typeface="Arial"/>
                <a:ea typeface="Arial"/>
                <a:cs typeface="Arial"/>
              </a:defRPr>
            </a:lvl7pPr>
            <a:lvl8pPr>
              <a:defRPr sz="1500" b="1">
                <a:solidFill>
                  <a:srgbClr val="0B1F33"/>
                </a:solidFill>
                <a:latin typeface="Arial"/>
                <a:ea typeface="Arial"/>
                <a:cs typeface="Arial"/>
              </a:defRPr>
            </a:lvl8pPr>
            <a:lvl9pPr>
              <a:defRPr sz="1500" b="1">
                <a:solidFill>
                  <a:srgbClr val="0B1F33"/>
                </a:solidFill>
                <a:latin typeface="Arial"/>
                <a:ea typeface="Arial"/>
                <a:cs typeface="Arial"/>
              </a:defRPr>
            </a:lvl9pPr>
          </a:lstStyle>
          <a:p xmlns:a="http://schemas.openxmlformats.org/drawingml/2006/main">
            <a:pPr>
              <a:defRPr sz="1500" b="1">
                <a:solidFill>
                  <a:srgbClr val="0B1F33"/>
                </a:solidFill>
                <a:latin typeface="Arial"/>
                <a:ea typeface="Arial"/>
                <a:cs typeface="Arial"/>
              </a:defRPr>
            </a:pPr>
            <a:r>
              <a:rPr sz="1500" b="1">
                <a:solidFill>
                  <a:srgbClr val="0B1F33"/>
                </a:solidFill>
                <a:latin typeface="Arial"/>
                <a:ea typeface="Arial"/>
                <a:cs typeface="Arial"/>
              </a:rPr>
              <a:t>What the demo proves</a:t>
            </a:r>
          </a:p>
        </p:txBody>
      </p:sp>
      <p:sp>
        <p:nvSpPr>
          <p:cNvPr id="8" name="">
            <a:extLst xmlns:a="http://schemas.openxmlformats.org/drawingml/2006/main">
              <a:ext uri="{FF2B5EF4-FFF2-40B4-BE49-F238E27FC236}">
                <a16:creationId xmlns:a16="http://schemas.microsoft.com/office/drawing/2014/main" id="{1A182984-E646-4867-BB99-C3BEE6EED1E0}"/>
              </a:ext>
            </a:extLst>
          </p:cNvPr>
          <p:cNvSpPr>
            <a:spLocks xmlns:a="http://schemas.openxmlformats.org/drawingml/2006/main" noGrp="1"/>
          </p:cNvSpPr>
          <p:nvPr/>
        </p:nvSpPr>
        <p:spPr>
          <a:xfrm xmlns:a="http://schemas.openxmlformats.org/drawingml/2006/main">
            <a:off x="6343650" y="2819400"/>
            <a:ext cx="4000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10212D"/>
                </a:solidFill>
                <a:latin typeface="Arial"/>
                <a:ea typeface="Arial"/>
                <a:cs typeface="Arial"/>
              </a:defRPr>
            </a:defPPr>
            <a:lvl1pPr>
              <a:defRPr sz="1350" b="0">
                <a:solidFill>
                  <a:srgbClr val="10212D"/>
                </a:solidFill>
                <a:latin typeface="Arial"/>
                <a:ea typeface="Arial"/>
                <a:cs typeface="Arial"/>
              </a:defRPr>
            </a:lvl1pPr>
            <a:lvl2pPr>
              <a:defRPr sz="1350" b="0">
                <a:solidFill>
                  <a:srgbClr val="10212D"/>
                </a:solidFill>
                <a:latin typeface="Arial"/>
                <a:ea typeface="Arial"/>
                <a:cs typeface="Arial"/>
              </a:defRPr>
            </a:lvl2pPr>
            <a:lvl3pPr>
              <a:defRPr sz="1350" b="0">
                <a:solidFill>
                  <a:srgbClr val="10212D"/>
                </a:solidFill>
                <a:latin typeface="Arial"/>
                <a:ea typeface="Arial"/>
                <a:cs typeface="Arial"/>
              </a:defRPr>
            </a:lvl3pPr>
            <a:lvl4pPr>
              <a:defRPr sz="1350" b="0">
                <a:solidFill>
                  <a:srgbClr val="10212D"/>
                </a:solidFill>
                <a:latin typeface="Arial"/>
                <a:ea typeface="Arial"/>
                <a:cs typeface="Arial"/>
              </a:defRPr>
            </a:lvl4pPr>
            <a:lvl5pPr>
              <a:defRPr sz="1350" b="0">
                <a:solidFill>
                  <a:srgbClr val="10212D"/>
                </a:solidFill>
                <a:latin typeface="Arial"/>
                <a:ea typeface="Arial"/>
                <a:cs typeface="Arial"/>
              </a:defRPr>
            </a:lvl5pPr>
            <a:lvl6pPr>
              <a:defRPr sz="1350" b="0">
                <a:solidFill>
                  <a:srgbClr val="10212D"/>
                </a:solidFill>
                <a:latin typeface="Arial"/>
                <a:ea typeface="Arial"/>
                <a:cs typeface="Arial"/>
              </a:defRPr>
            </a:lvl6pPr>
            <a:lvl7pPr>
              <a:defRPr sz="1350" b="0">
                <a:solidFill>
                  <a:srgbClr val="10212D"/>
                </a:solidFill>
                <a:latin typeface="Arial"/>
                <a:ea typeface="Arial"/>
                <a:cs typeface="Arial"/>
              </a:defRPr>
            </a:lvl7pPr>
            <a:lvl8pPr>
              <a:defRPr sz="1350" b="0">
                <a:solidFill>
                  <a:srgbClr val="10212D"/>
                </a:solidFill>
                <a:latin typeface="Arial"/>
                <a:ea typeface="Arial"/>
                <a:cs typeface="Arial"/>
              </a:defRPr>
            </a:lvl8pPr>
            <a:lvl9pPr>
              <a:defRPr sz="1350" b="0">
                <a:solidFill>
                  <a:srgbClr val="10212D"/>
                </a:solidFill>
                <a:latin typeface="Arial"/>
                <a:ea typeface="Arial"/>
                <a:cs typeface="Arial"/>
              </a:defRPr>
            </a:lvl9pPr>
          </a:lstStyle>
          <a:p xmlns:a="http://schemas.openxmlformats.org/drawingml/2006/main">
            <a:pPr>
              <a:defRPr sz="1350" b="0">
                <a:solidFill>
                  <a:srgbClr val="10212D"/>
                </a:solidFill>
                <a:latin typeface="Arial"/>
                <a:ea typeface="Arial"/>
                <a:cs typeface="Arial"/>
              </a:defRPr>
            </a:pPr>
            <a:r>
              <a:rPr sz="1350" b="0">
                <a:solidFill>
                  <a:srgbClr val="10212D"/>
                </a:solidFill>
                <a:latin typeface="Arial"/>
                <a:ea typeface="Arial"/>
                <a:cs typeface="Arial"/>
              </a:rPr>
              <a:t>• Real Paderborn vibration data</a:t>
            </a:r>
          </a:p>
          <a:p xmlns:a="http://schemas.openxmlformats.org/drawingml/2006/main">
            <a:r>
              <a:t/>
            </a:r>
          </a:p>
          <a:p xmlns:a="http://schemas.openxmlformats.org/drawingml/2006/main">
            <a:pPr>
              <a:defRPr sz="1350" b="0">
                <a:solidFill>
                  <a:srgbClr val="10212D"/>
                </a:solidFill>
                <a:latin typeface="Arial"/>
                <a:ea typeface="Arial"/>
                <a:cs typeface="Arial"/>
              </a:defRPr>
            </a:pPr>
            <a:r>
              <a:rPr sz="1350" b="0">
                <a:solidFill>
                  <a:srgbClr val="10212D"/>
                </a:solidFill>
                <a:latin typeface="Arial"/>
                <a:ea typeface="Arial"/>
                <a:cs typeface="Arial"/>
              </a:rPr>
              <a:t>• Checksum-verified model bundle</a:t>
            </a:r>
          </a:p>
          <a:p xmlns:a="http://schemas.openxmlformats.org/drawingml/2006/main">
            <a:r>
              <a:t/>
            </a:r>
          </a:p>
          <a:p xmlns:a="http://schemas.openxmlformats.org/drawingml/2006/main">
            <a:pPr>
              <a:defRPr sz="1350" b="0">
                <a:solidFill>
                  <a:srgbClr val="10212D"/>
                </a:solidFill>
                <a:latin typeface="Arial"/>
                <a:ea typeface="Arial"/>
                <a:cs typeface="Arial"/>
              </a:defRPr>
            </a:pPr>
            <a:r>
              <a:rPr sz="1350" b="0">
                <a:solidFill>
                  <a:srgbClr val="10212D"/>
                </a:solidFill>
                <a:latin typeface="Arial"/>
                <a:ea typeface="Arial"/>
                <a:cs typeface="Arial"/>
              </a:rPr>
              <a:t>• API and MQTT edge inference paths</a:t>
            </a:r>
          </a:p>
          <a:p xmlns:a="http://schemas.openxmlformats.org/drawingml/2006/main">
            <a:r>
              <a:t/>
            </a:r>
          </a:p>
          <a:p xmlns:a="http://schemas.openxmlformats.org/drawingml/2006/main">
            <a:pPr>
              <a:defRPr sz="1350" b="0">
                <a:solidFill>
                  <a:srgbClr val="10212D"/>
                </a:solidFill>
                <a:latin typeface="Arial"/>
                <a:ea typeface="Arial"/>
                <a:cs typeface="Arial"/>
              </a:defRPr>
            </a:pPr>
            <a:r>
              <a:rPr sz="1350" b="0">
                <a:solidFill>
                  <a:srgbClr val="10212D"/>
                </a:solidFill>
                <a:latin typeface="Arial"/>
                <a:ea typeface="Arial"/>
                <a:cs typeface="Arial"/>
              </a:rPr>
              <a:t>• Diagnostic record with evidence and confidence</a:t>
            </a:r>
          </a:p>
        </p:txBody>
      </p:sp>
      <p:sp>
        <p:nvSpPr>
          <p:cNvPr id="9" name="">
            <a:extLst xmlns:a="http://schemas.openxmlformats.org/drawingml/2006/main">
              <a:ext uri="{FF2B5EF4-FFF2-40B4-BE49-F238E27FC236}">
                <a16:creationId xmlns:a16="http://schemas.microsoft.com/office/drawing/2014/main" id="{A13F74EE-3004-4546-8C2D-18AA18431EFE}"/>
              </a:ext>
            </a:extLst>
          </p:cNvPr>
          <p:cNvSpPr>
            <a:spLocks xmlns:a="http://schemas.openxmlformats.org/drawingml/2006/main" noGrp="1"/>
          </p:cNvSpPr>
          <p:nvPr/>
        </p:nvSpPr>
        <p:spPr>
          <a:xfrm xmlns:a="http://schemas.openxmlformats.org/drawingml/2006/main">
            <a:off x="685800" y="5391150"/>
            <a:ext cx="986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47C20"/>
                </a:solidFill>
                <a:latin typeface="Arial"/>
                <a:ea typeface="Arial"/>
                <a:cs typeface="Arial"/>
              </a:defRPr>
            </a:defPPr>
            <a:lvl1pPr>
              <a:defRPr sz="1350" b="1">
                <a:solidFill>
                  <a:srgbClr val="F47C20"/>
                </a:solidFill>
                <a:latin typeface="Arial"/>
                <a:ea typeface="Arial"/>
                <a:cs typeface="Arial"/>
              </a:defRPr>
            </a:lvl1pPr>
            <a:lvl2pPr>
              <a:defRPr sz="1350" b="1">
                <a:solidFill>
                  <a:srgbClr val="F47C20"/>
                </a:solidFill>
                <a:latin typeface="Arial"/>
                <a:ea typeface="Arial"/>
                <a:cs typeface="Arial"/>
              </a:defRPr>
            </a:lvl2pPr>
            <a:lvl3pPr>
              <a:defRPr sz="1350" b="1">
                <a:solidFill>
                  <a:srgbClr val="F47C20"/>
                </a:solidFill>
                <a:latin typeface="Arial"/>
                <a:ea typeface="Arial"/>
                <a:cs typeface="Arial"/>
              </a:defRPr>
            </a:lvl3pPr>
            <a:lvl4pPr>
              <a:defRPr sz="1350" b="1">
                <a:solidFill>
                  <a:srgbClr val="F47C20"/>
                </a:solidFill>
                <a:latin typeface="Arial"/>
                <a:ea typeface="Arial"/>
                <a:cs typeface="Arial"/>
              </a:defRPr>
            </a:lvl4pPr>
            <a:lvl5pPr>
              <a:defRPr sz="1350" b="1">
                <a:solidFill>
                  <a:srgbClr val="F47C20"/>
                </a:solidFill>
                <a:latin typeface="Arial"/>
                <a:ea typeface="Arial"/>
                <a:cs typeface="Arial"/>
              </a:defRPr>
            </a:lvl5pPr>
            <a:lvl6pPr>
              <a:defRPr sz="1350" b="1">
                <a:solidFill>
                  <a:srgbClr val="F47C20"/>
                </a:solidFill>
                <a:latin typeface="Arial"/>
                <a:ea typeface="Arial"/>
                <a:cs typeface="Arial"/>
              </a:defRPr>
            </a:lvl6pPr>
            <a:lvl7pPr>
              <a:defRPr sz="1350" b="1">
                <a:solidFill>
                  <a:srgbClr val="F47C20"/>
                </a:solidFill>
                <a:latin typeface="Arial"/>
                <a:ea typeface="Arial"/>
                <a:cs typeface="Arial"/>
              </a:defRPr>
            </a:lvl7pPr>
            <a:lvl8pPr>
              <a:defRPr sz="1350" b="1">
                <a:solidFill>
                  <a:srgbClr val="F47C20"/>
                </a:solidFill>
                <a:latin typeface="Arial"/>
                <a:ea typeface="Arial"/>
                <a:cs typeface="Arial"/>
              </a:defRPr>
            </a:lvl8pPr>
            <a:lvl9pPr>
              <a:defRPr sz="1350" b="1">
                <a:solidFill>
                  <a:srgbClr val="F47C20"/>
                </a:solidFill>
                <a:latin typeface="Arial"/>
                <a:ea typeface="Arial"/>
                <a:cs typeface="Arial"/>
              </a:defRPr>
            </a:lvl9pPr>
          </a:lstStyle>
          <a:p xmlns:a="http://schemas.openxmlformats.org/drawingml/2006/main">
            <a:pPr>
              <a:defRPr sz="1350" b="1">
                <a:solidFill>
                  <a:srgbClr val="F47C20"/>
                </a:solidFill>
                <a:latin typeface="Arial"/>
                <a:ea typeface="Arial"/>
                <a:cs typeface="Arial"/>
              </a:defRPr>
            </a:pPr>
            <a:r>
              <a:rPr sz="1350" b="1">
                <a:solidFill>
                  <a:srgbClr val="F47C20"/>
                </a:solidFill>
                <a:latin typeface="Arial"/>
                <a:ea typeface="Arial"/>
                <a:cs typeface="Arial"/>
              </a:rPr>
              <a:t>Scope: healthy vs documented bearing damage. Location-specific claims require more pure fault bearings.</a:t>
            </a:r>
          </a:p>
        </p:txBody>
      </p:sp>
      <p:sp>
        <p:nvSpPr>
          <p:cNvPr id="10" name="">
            <a:extLst xmlns:a="http://schemas.openxmlformats.org/drawingml/2006/main">
              <a:ext uri="{FF2B5EF4-FFF2-40B4-BE49-F238E27FC236}">
                <a16:creationId xmlns:a16="http://schemas.microsoft.com/office/drawing/2014/main" id="{5A246BD3-90A4-46F7-82FB-BA00CDB285F1}"/>
              </a:ext>
            </a:extLst>
          </p:cNvPr>
          <p:cNvSpPr>
            <a:spLocks xmlns:a="http://schemas.openxmlformats.org/drawingml/2006/main" noGrp="1"/>
          </p:cNvSpPr>
          <p:nvPr/>
        </p:nvSpPr>
        <p:spPr>
          <a:xfrm xmlns:a="http://schemas.openxmlformats.org/drawingml/2006/main">
            <a:off x="685800" y="64960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8606F"/>
                </a:solidFill>
                <a:latin typeface="Arial"/>
                <a:ea typeface="Arial"/>
                <a:cs typeface="Arial"/>
              </a:defRPr>
            </a:defPPr>
            <a:lvl1pPr>
              <a:defRPr sz="900" b="0">
                <a:solidFill>
                  <a:srgbClr val="48606F"/>
                </a:solidFill>
                <a:latin typeface="Arial"/>
                <a:ea typeface="Arial"/>
                <a:cs typeface="Arial"/>
              </a:defRPr>
            </a:lvl1pPr>
            <a:lvl2pPr>
              <a:defRPr sz="900" b="0">
                <a:solidFill>
                  <a:srgbClr val="48606F"/>
                </a:solidFill>
                <a:latin typeface="Arial"/>
                <a:ea typeface="Arial"/>
                <a:cs typeface="Arial"/>
              </a:defRPr>
            </a:lvl2pPr>
            <a:lvl3pPr>
              <a:defRPr sz="900" b="0">
                <a:solidFill>
                  <a:srgbClr val="48606F"/>
                </a:solidFill>
                <a:latin typeface="Arial"/>
                <a:ea typeface="Arial"/>
                <a:cs typeface="Arial"/>
              </a:defRPr>
            </a:lvl3pPr>
            <a:lvl4pPr>
              <a:defRPr sz="900" b="0">
                <a:solidFill>
                  <a:srgbClr val="48606F"/>
                </a:solidFill>
                <a:latin typeface="Arial"/>
                <a:ea typeface="Arial"/>
                <a:cs typeface="Arial"/>
              </a:defRPr>
            </a:lvl4pPr>
            <a:lvl5pPr>
              <a:defRPr sz="900" b="0">
                <a:solidFill>
                  <a:srgbClr val="48606F"/>
                </a:solidFill>
                <a:latin typeface="Arial"/>
                <a:ea typeface="Arial"/>
                <a:cs typeface="Arial"/>
              </a:defRPr>
            </a:lvl5pPr>
            <a:lvl6pPr>
              <a:defRPr sz="900" b="0">
                <a:solidFill>
                  <a:srgbClr val="48606F"/>
                </a:solidFill>
                <a:latin typeface="Arial"/>
                <a:ea typeface="Arial"/>
                <a:cs typeface="Arial"/>
              </a:defRPr>
            </a:lvl6pPr>
            <a:lvl7pPr>
              <a:defRPr sz="900" b="0">
                <a:solidFill>
                  <a:srgbClr val="48606F"/>
                </a:solidFill>
                <a:latin typeface="Arial"/>
                <a:ea typeface="Arial"/>
                <a:cs typeface="Arial"/>
              </a:defRPr>
            </a:lvl7pPr>
            <a:lvl8pPr>
              <a:defRPr sz="900" b="0">
                <a:solidFill>
                  <a:srgbClr val="48606F"/>
                </a:solidFill>
                <a:latin typeface="Arial"/>
                <a:ea typeface="Arial"/>
                <a:cs typeface="Arial"/>
              </a:defRPr>
            </a:lvl8pPr>
            <a:lvl9pPr>
              <a:defRPr sz="900" b="0">
                <a:solidFill>
                  <a:srgbClr val="48606F"/>
                </a:solidFill>
                <a:latin typeface="Arial"/>
                <a:ea typeface="Arial"/>
                <a:cs typeface="Arial"/>
              </a:defRPr>
            </a:lvl9pPr>
          </a:lstStyle>
          <a:p xmlns:a="http://schemas.openxmlformats.org/drawingml/2006/main">
            <a:pPr>
              <a:defRPr sz="900" b="0">
                <a:solidFill>
                  <a:srgbClr val="48606F"/>
                </a:solidFill>
                <a:latin typeface="Arial"/>
                <a:ea typeface="Arial"/>
                <a:cs typeface="Arial"/>
              </a:defRPr>
            </a:pPr>
            <a:r>
              <a:rPr sz="900" b="0">
                <a:solidFill>
                  <a:srgbClr val="48606F"/>
                </a:solidFill>
                <a:latin typeface="Arial"/>
                <a:ea typeface="Arial"/>
                <a:cs typeface="Arial"/>
              </a:rPr>
              <a:t>AXON bearing demo  |  2</a:t>
            </a:r>
          </a:p>
        </p:txBody>
      </p:sp>
    </p:spTree>
    <p:extLst>
      <p:ext uri="{BB962C8B-B14F-4D97-AF65-F5344CB8AC3E}">
        <p14:creationId xmlns:p14="http://schemas.microsoft.com/office/powerpoint/2010/main" val="10357689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C8F04DB-6B0F-4518-BC17-752A711F06AE}"/>
              </a:ext>
            </a:extLst>
          </p:cNvPr>
          <p:cNvSpPr>
            <a:spLocks xmlns:a="http://schemas.openxmlformats.org/drawingml/2006/main" noGrp="1"/>
          </p:cNvSpPr>
          <p:nvPr/>
        </p:nvSpPr>
        <p:spPr>
          <a:xfrm xmlns:a="http://schemas.openxmlformats.org/drawingml/2006/main">
            <a:off x="685800" y="5334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B1F33"/>
                </a:solidFill>
                <a:latin typeface="Arial"/>
                <a:ea typeface="Arial"/>
                <a:cs typeface="Arial"/>
              </a:defRPr>
            </a:defPPr>
            <a:lvl1pPr>
              <a:defRPr sz="2550" b="1">
                <a:solidFill>
                  <a:srgbClr val="0B1F33"/>
                </a:solidFill>
                <a:latin typeface="Arial"/>
                <a:ea typeface="Arial"/>
                <a:cs typeface="Arial"/>
              </a:defRPr>
            </a:lvl1pPr>
            <a:lvl2pPr>
              <a:defRPr sz="2550" b="1">
                <a:solidFill>
                  <a:srgbClr val="0B1F33"/>
                </a:solidFill>
                <a:latin typeface="Arial"/>
                <a:ea typeface="Arial"/>
                <a:cs typeface="Arial"/>
              </a:defRPr>
            </a:lvl2pPr>
            <a:lvl3pPr>
              <a:defRPr sz="2550" b="1">
                <a:solidFill>
                  <a:srgbClr val="0B1F33"/>
                </a:solidFill>
                <a:latin typeface="Arial"/>
                <a:ea typeface="Arial"/>
                <a:cs typeface="Arial"/>
              </a:defRPr>
            </a:lvl3pPr>
            <a:lvl4pPr>
              <a:defRPr sz="2550" b="1">
                <a:solidFill>
                  <a:srgbClr val="0B1F33"/>
                </a:solidFill>
                <a:latin typeface="Arial"/>
                <a:ea typeface="Arial"/>
                <a:cs typeface="Arial"/>
              </a:defRPr>
            </a:lvl4pPr>
            <a:lvl5pPr>
              <a:defRPr sz="2550" b="1">
                <a:solidFill>
                  <a:srgbClr val="0B1F33"/>
                </a:solidFill>
                <a:latin typeface="Arial"/>
                <a:ea typeface="Arial"/>
                <a:cs typeface="Arial"/>
              </a:defRPr>
            </a:lvl5pPr>
            <a:lvl6pPr>
              <a:defRPr sz="2550" b="1">
                <a:solidFill>
                  <a:srgbClr val="0B1F33"/>
                </a:solidFill>
                <a:latin typeface="Arial"/>
                <a:ea typeface="Arial"/>
                <a:cs typeface="Arial"/>
              </a:defRPr>
            </a:lvl6pPr>
            <a:lvl7pPr>
              <a:defRPr sz="2550" b="1">
                <a:solidFill>
                  <a:srgbClr val="0B1F33"/>
                </a:solidFill>
                <a:latin typeface="Arial"/>
                <a:ea typeface="Arial"/>
                <a:cs typeface="Arial"/>
              </a:defRPr>
            </a:lvl7pPr>
            <a:lvl8pPr>
              <a:defRPr sz="2550" b="1">
                <a:solidFill>
                  <a:srgbClr val="0B1F33"/>
                </a:solidFill>
                <a:latin typeface="Arial"/>
                <a:ea typeface="Arial"/>
                <a:cs typeface="Arial"/>
              </a:defRPr>
            </a:lvl8pPr>
            <a:lvl9pPr>
              <a:defRPr sz="2550" b="1">
                <a:solidFill>
                  <a:srgbClr val="0B1F33"/>
                </a:solidFill>
                <a:latin typeface="Arial"/>
                <a:ea typeface="Arial"/>
                <a:cs typeface="Arial"/>
              </a:defRPr>
            </a:lvl9pPr>
          </a:lstStyle>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Real-world data and label evidence</a:t>
            </a:r>
          </a:p>
        </p:txBody>
      </p:sp>
      <p:sp>
        <p:nvSpPr>
          <p:cNvPr id="2" name="">
            <a:extLst xmlns:a="http://schemas.openxmlformats.org/drawingml/2006/main">
              <a:ext uri="{FF2B5EF4-FFF2-40B4-BE49-F238E27FC236}">
                <a16:creationId xmlns:a16="http://schemas.microsoft.com/office/drawing/2014/main" id="{26ADB453-7ADC-4574-8D34-ECD00A6781AD}"/>
              </a:ext>
            </a:extLst>
          </p:cNvPr>
          <p:cNvSpPr>
            <a:spLocks xmlns:a="http://schemas.openxmlformats.org/drawingml/2006/main" noGrp="1"/>
          </p:cNvSpPr>
          <p:nvPr/>
        </p:nvSpPr>
        <p:spPr>
          <a:xfrm xmlns:a="http://schemas.openxmlformats.org/drawingml/2006/main">
            <a:off x="685800" y="11239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8606F"/>
                </a:solidFill>
                <a:latin typeface="Arial"/>
                <a:ea typeface="Arial"/>
                <a:cs typeface="Arial"/>
              </a:defRPr>
            </a:defPPr>
            <a:lvl1pPr>
              <a:defRPr sz="1275" b="0">
                <a:solidFill>
                  <a:srgbClr val="48606F"/>
                </a:solidFill>
                <a:latin typeface="Arial"/>
                <a:ea typeface="Arial"/>
                <a:cs typeface="Arial"/>
              </a:defRPr>
            </a:lvl1pPr>
            <a:lvl2pPr>
              <a:defRPr sz="1275" b="0">
                <a:solidFill>
                  <a:srgbClr val="48606F"/>
                </a:solidFill>
                <a:latin typeface="Arial"/>
                <a:ea typeface="Arial"/>
                <a:cs typeface="Arial"/>
              </a:defRPr>
            </a:lvl2pPr>
            <a:lvl3pPr>
              <a:defRPr sz="1275" b="0">
                <a:solidFill>
                  <a:srgbClr val="48606F"/>
                </a:solidFill>
                <a:latin typeface="Arial"/>
                <a:ea typeface="Arial"/>
                <a:cs typeface="Arial"/>
              </a:defRPr>
            </a:lvl3pPr>
            <a:lvl4pPr>
              <a:defRPr sz="1275" b="0">
                <a:solidFill>
                  <a:srgbClr val="48606F"/>
                </a:solidFill>
                <a:latin typeface="Arial"/>
                <a:ea typeface="Arial"/>
                <a:cs typeface="Arial"/>
              </a:defRPr>
            </a:lvl4pPr>
            <a:lvl5pPr>
              <a:defRPr sz="1275" b="0">
                <a:solidFill>
                  <a:srgbClr val="48606F"/>
                </a:solidFill>
                <a:latin typeface="Arial"/>
                <a:ea typeface="Arial"/>
                <a:cs typeface="Arial"/>
              </a:defRPr>
            </a:lvl5pPr>
            <a:lvl6pPr>
              <a:defRPr sz="1275" b="0">
                <a:solidFill>
                  <a:srgbClr val="48606F"/>
                </a:solidFill>
                <a:latin typeface="Arial"/>
                <a:ea typeface="Arial"/>
                <a:cs typeface="Arial"/>
              </a:defRPr>
            </a:lvl6pPr>
            <a:lvl7pPr>
              <a:defRPr sz="1275" b="0">
                <a:solidFill>
                  <a:srgbClr val="48606F"/>
                </a:solidFill>
                <a:latin typeface="Arial"/>
                <a:ea typeface="Arial"/>
                <a:cs typeface="Arial"/>
              </a:defRPr>
            </a:lvl7pPr>
            <a:lvl8pPr>
              <a:defRPr sz="1275" b="0">
                <a:solidFill>
                  <a:srgbClr val="48606F"/>
                </a:solidFill>
                <a:latin typeface="Arial"/>
                <a:ea typeface="Arial"/>
                <a:cs typeface="Arial"/>
              </a:defRPr>
            </a:lvl8pPr>
            <a:lvl9pPr>
              <a:defRPr sz="1275" b="0">
                <a:solidFill>
                  <a:srgbClr val="48606F"/>
                </a:solidFill>
                <a:latin typeface="Arial"/>
                <a:ea typeface="Arial"/>
                <a:cs typeface="Arial"/>
              </a:defRPr>
            </a:lvl9pPr>
          </a:lstStyle>
          <a:p xmlns:a="http://schemas.openxmlformats.org/drawingml/2006/main">
            <a:pPr>
              <a:defRPr sz="1275" b="0">
                <a:solidFill>
                  <a:srgbClr val="48606F"/>
                </a:solidFill>
                <a:latin typeface="Arial"/>
                <a:ea typeface="Arial"/>
                <a:cs typeface="Arial"/>
              </a:defRPr>
            </a:pPr>
            <a:r>
              <a:rPr sz="1275" b="0">
                <a:solidFill>
                  <a:srgbClr val="48606F"/>
                </a:solidFill>
                <a:latin typeface="Arial"/>
                <a:ea typeface="Arial"/>
                <a:cs typeface="Arial"/>
              </a:rPr>
              <a:t>Only official bearing fact sheets supplied labels. Raw data remains local and is not committed to GitHub.</a:t>
            </a:r>
          </a:p>
        </p:txBody>
      </p:sp>
      <p:sp>
        <p:nvSpPr>
          <p:cNvPr id="3" name="">
            <a:extLst xmlns:a="http://schemas.openxmlformats.org/drawingml/2006/main">
              <a:ext uri="{FF2B5EF4-FFF2-40B4-BE49-F238E27FC236}">
                <a16:creationId xmlns:a16="http://schemas.microsoft.com/office/drawing/2014/main" id="{F0B8427B-71BF-48FE-BEAE-12E233513310}"/>
              </a:ext>
            </a:extLst>
          </p:cNvPr>
          <p:cNvSpPr>
            <a:spLocks xmlns:a="http://schemas.openxmlformats.org/drawingml/2006/main" noGrp="1"/>
          </p:cNvSpPr>
          <p:nvPr/>
        </p:nvSpPr>
        <p:spPr>
          <a:xfrm xmlns:a="http://schemas.openxmlformats.org/drawingml/2006/main">
            <a:off x="685800" y="1524000"/>
            <a:ext cx="914400" cy="5715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A19FCA-1411-4F96-B127-3B3BB8E8F1F1}"/>
              </a:ext>
            </a:extLst>
          </p:cNvPr>
          <p:cNvSpPr>
            <a:spLocks xmlns:a="http://schemas.openxmlformats.org/drawingml/2006/main" noGrp="1"/>
          </p:cNvSpPr>
          <p:nvPr/>
        </p:nvSpPr>
        <p:spPr>
          <a:xfrm xmlns:a="http://schemas.openxmlformats.org/drawingml/2006/main">
            <a:off x="685800" y="2076450"/>
            <a:ext cx="233362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24E803-26E1-4AB7-AF6E-2E1CA18CCD54}"/>
              </a:ext>
            </a:extLst>
          </p:cNvPr>
          <p:cNvSpPr>
            <a:spLocks xmlns:a="http://schemas.openxmlformats.org/drawingml/2006/main" noGrp="1"/>
          </p:cNvSpPr>
          <p:nvPr/>
        </p:nvSpPr>
        <p:spPr>
          <a:xfrm xmlns:a="http://schemas.openxmlformats.org/drawingml/2006/main">
            <a:off x="685800" y="2076450"/>
            <a:ext cx="95250" cy="1409700"/>
          </a:xfrm>
          <a:prstGeom xmlns:a="http://schemas.openxmlformats.org/drawingml/2006/main" prst="roundRect">
            <a:avLst>
              <a:gd name="adj" fmla="val 50000"/>
            </a:avLst>
          </a:prstGeom>
          <a:solidFill xmlns:a="http://schemas.openxmlformats.org/drawingml/2006/main">
            <a:srgbClr val="44C2B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4108FE-4194-421C-91AC-3FDA312FEE7E}"/>
              </a:ext>
            </a:extLst>
          </p:cNvPr>
          <p:cNvSpPr>
            <a:spLocks xmlns:a="http://schemas.openxmlformats.org/drawingml/2006/main" noGrp="1"/>
          </p:cNvSpPr>
          <p:nvPr/>
        </p:nvSpPr>
        <p:spPr>
          <a:xfrm xmlns:a="http://schemas.openxmlformats.org/drawingml/2006/main">
            <a:off x="952500" y="2324100"/>
            <a:ext cx="19145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3862BF6B-ED44-48FA-91AB-DAAE893AA84E}"/>
              </a:ext>
            </a:extLst>
          </p:cNvPr>
          <p:cNvSpPr>
            <a:spLocks xmlns:a="http://schemas.openxmlformats.org/drawingml/2006/main" noGrp="1"/>
          </p:cNvSpPr>
          <p:nvPr/>
        </p:nvSpPr>
        <p:spPr>
          <a:xfrm xmlns:a="http://schemas.openxmlformats.org/drawingml/2006/main">
            <a:off x="952500" y="2971800"/>
            <a:ext cx="1914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physical healthy bearings</a:t>
            </a:r>
          </a:p>
        </p:txBody>
      </p:sp>
      <p:sp>
        <p:nvSpPr>
          <p:cNvPr id="8" name="">
            <a:extLst xmlns:a="http://schemas.openxmlformats.org/drawingml/2006/main">
              <a:ext uri="{FF2B5EF4-FFF2-40B4-BE49-F238E27FC236}">
                <a16:creationId xmlns:a16="http://schemas.microsoft.com/office/drawing/2014/main" id="{AA0670F0-89E3-4EC7-823F-BA6574AA4C78}"/>
              </a:ext>
            </a:extLst>
          </p:cNvPr>
          <p:cNvSpPr>
            <a:spLocks xmlns:a="http://schemas.openxmlformats.org/drawingml/2006/main" noGrp="1"/>
          </p:cNvSpPr>
          <p:nvPr/>
        </p:nvSpPr>
        <p:spPr>
          <a:xfrm xmlns:a="http://schemas.openxmlformats.org/drawingml/2006/main">
            <a:off x="3286125" y="2076450"/>
            <a:ext cx="233362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637ECA6-1C12-4675-8EE4-9D8FA9957230}"/>
              </a:ext>
            </a:extLst>
          </p:cNvPr>
          <p:cNvSpPr>
            <a:spLocks xmlns:a="http://schemas.openxmlformats.org/drawingml/2006/main" noGrp="1"/>
          </p:cNvSpPr>
          <p:nvPr/>
        </p:nvSpPr>
        <p:spPr>
          <a:xfrm xmlns:a="http://schemas.openxmlformats.org/drawingml/2006/main">
            <a:off x="3286125" y="2076450"/>
            <a:ext cx="95250" cy="140970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D3F9C5-846A-44AC-BA23-2FBAA7066DC3}"/>
              </a:ext>
            </a:extLst>
          </p:cNvPr>
          <p:cNvSpPr>
            <a:spLocks xmlns:a="http://schemas.openxmlformats.org/drawingml/2006/main" noGrp="1"/>
          </p:cNvSpPr>
          <p:nvPr/>
        </p:nvSpPr>
        <p:spPr>
          <a:xfrm xmlns:a="http://schemas.openxmlformats.org/drawingml/2006/main">
            <a:off x="3552825" y="2324100"/>
            <a:ext cx="19145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6</a:t>
            </a:r>
          </a:p>
        </p:txBody>
      </p:sp>
      <p:sp>
        <p:nvSpPr>
          <p:cNvPr id="11" name="">
            <a:extLst xmlns:a="http://schemas.openxmlformats.org/drawingml/2006/main">
              <a:ext uri="{FF2B5EF4-FFF2-40B4-BE49-F238E27FC236}">
                <a16:creationId xmlns:a16="http://schemas.microsoft.com/office/drawing/2014/main" id="{0177363E-06C4-4030-B37B-0631A50A5CDA}"/>
              </a:ext>
            </a:extLst>
          </p:cNvPr>
          <p:cNvSpPr>
            <a:spLocks xmlns:a="http://schemas.openxmlformats.org/drawingml/2006/main" noGrp="1"/>
          </p:cNvSpPr>
          <p:nvPr/>
        </p:nvSpPr>
        <p:spPr>
          <a:xfrm xmlns:a="http://schemas.openxmlformats.org/drawingml/2006/main">
            <a:off x="3552825" y="2971800"/>
            <a:ext cx="1914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physical damaged bearings</a:t>
            </a:r>
          </a:p>
        </p:txBody>
      </p:sp>
      <p:sp>
        <p:nvSpPr>
          <p:cNvPr id="12" name="">
            <a:extLst xmlns:a="http://schemas.openxmlformats.org/drawingml/2006/main">
              <a:ext uri="{FF2B5EF4-FFF2-40B4-BE49-F238E27FC236}">
                <a16:creationId xmlns:a16="http://schemas.microsoft.com/office/drawing/2014/main" id="{01328EFB-9027-4B6F-AC1B-6DDF0F4C5F52}"/>
              </a:ext>
            </a:extLst>
          </p:cNvPr>
          <p:cNvSpPr>
            <a:spLocks xmlns:a="http://schemas.openxmlformats.org/drawingml/2006/main" noGrp="1"/>
          </p:cNvSpPr>
          <p:nvPr/>
        </p:nvSpPr>
        <p:spPr>
          <a:xfrm xmlns:a="http://schemas.openxmlformats.org/drawingml/2006/main">
            <a:off x="5886450" y="2076450"/>
            <a:ext cx="233362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32EFBE7-5E15-44FA-9647-11EABF5FDFE5}"/>
              </a:ext>
            </a:extLst>
          </p:cNvPr>
          <p:cNvSpPr>
            <a:spLocks xmlns:a="http://schemas.openxmlformats.org/drawingml/2006/main" noGrp="1"/>
          </p:cNvSpPr>
          <p:nvPr/>
        </p:nvSpPr>
        <p:spPr>
          <a:xfrm xmlns:a="http://schemas.openxmlformats.org/drawingml/2006/main">
            <a:off x="5886450" y="2076450"/>
            <a:ext cx="95250" cy="1409700"/>
          </a:xfrm>
          <a:prstGeom xmlns:a="http://schemas.openxmlformats.org/drawingml/2006/main" prst="roundRect">
            <a:avLst>
              <a:gd name="adj" fmla="val 50000"/>
            </a:avLst>
          </a:prstGeom>
          <a:solidFill xmlns:a="http://schemas.openxmlformats.org/drawingml/2006/main">
            <a:srgbClr val="176B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E9858A-8BEA-4B4F-B1F4-92C03EAB9D5D}"/>
              </a:ext>
            </a:extLst>
          </p:cNvPr>
          <p:cNvSpPr>
            <a:spLocks xmlns:a="http://schemas.openxmlformats.org/drawingml/2006/main" noGrp="1"/>
          </p:cNvSpPr>
          <p:nvPr/>
        </p:nvSpPr>
        <p:spPr>
          <a:xfrm xmlns:a="http://schemas.openxmlformats.org/drawingml/2006/main">
            <a:off x="6153150" y="2324100"/>
            <a:ext cx="19145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108</a:t>
            </a:r>
          </a:p>
        </p:txBody>
      </p:sp>
      <p:sp>
        <p:nvSpPr>
          <p:cNvPr id="15" name="">
            <a:extLst xmlns:a="http://schemas.openxmlformats.org/drawingml/2006/main">
              <a:ext uri="{FF2B5EF4-FFF2-40B4-BE49-F238E27FC236}">
                <a16:creationId xmlns:a16="http://schemas.microsoft.com/office/drawing/2014/main" id="{2A34B4B6-2E49-470A-B797-2432CA4AE159}"/>
              </a:ext>
            </a:extLst>
          </p:cNvPr>
          <p:cNvSpPr>
            <a:spLocks xmlns:a="http://schemas.openxmlformats.org/drawingml/2006/main" noGrp="1"/>
          </p:cNvSpPr>
          <p:nvPr/>
        </p:nvSpPr>
        <p:spPr>
          <a:xfrm xmlns:a="http://schemas.openxmlformats.org/drawingml/2006/main">
            <a:off x="6153150" y="2971800"/>
            <a:ext cx="1914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recordings retained</a:t>
            </a:r>
          </a:p>
        </p:txBody>
      </p:sp>
      <p:sp>
        <p:nvSpPr>
          <p:cNvPr id="16" name="">
            <a:extLst xmlns:a="http://schemas.openxmlformats.org/drawingml/2006/main">
              <a:ext uri="{FF2B5EF4-FFF2-40B4-BE49-F238E27FC236}">
                <a16:creationId xmlns:a16="http://schemas.microsoft.com/office/drawing/2014/main" id="{211E6BCC-58D0-49D4-BF1B-3FAA26F5FA9B}"/>
              </a:ext>
            </a:extLst>
          </p:cNvPr>
          <p:cNvSpPr>
            <a:spLocks xmlns:a="http://schemas.openxmlformats.org/drawingml/2006/main" noGrp="1"/>
          </p:cNvSpPr>
          <p:nvPr/>
        </p:nvSpPr>
        <p:spPr>
          <a:xfrm xmlns:a="http://schemas.openxmlformats.org/drawingml/2006/main">
            <a:off x="8486775" y="2076450"/>
            <a:ext cx="2333625"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EB81A9-6293-4259-A661-B0A35DC8D6CF}"/>
              </a:ext>
            </a:extLst>
          </p:cNvPr>
          <p:cNvSpPr>
            <a:spLocks xmlns:a="http://schemas.openxmlformats.org/drawingml/2006/main" noGrp="1"/>
          </p:cNvSpPr>
          <p:nvPr/>
        </p:nvSpPr>
        <p:spPr>
          <a:xfrm xmlns:a="http://schemas.openxmlformats.org/drawingml/2006/main">
            <a:off x="8486775" y="2076450"/>
            <a:ext cx="95250" cy="14097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796A0A2-53AB-4121-9FC7-61BA7374D84F}"/>
              </a:ext>
            </a:extLst>
          </p:cNvPr>
          <p:cNvSpPr>
            <a:spLocks xmlns:a="http://schemas.openxmlformats.org/drawingml/2006/main" noGrp="1"/>
          </p:cNvSpPr>
          <p:nvPr/>
        </p:nvSpPr>
        <p:spPr>
          <a:xfrm xmlns:a="http://schemas.openxmlformats.org/drawingml/2006/main">
            <a:off x="8753475" y="2324100"/>
            <a:ext cx="19145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13,448</a:t>
            </a:r>
          </a:p>
        </p:txBody>
      </p:sp>
      <p:sp>
        <p:nvSpPr>
          <p:cNvPr id="19" name="">
            <a:extLst xmlns:a="http://schemas.openxmlformats.org/drawingml/2006/main">
              <a:ext uri="{FF2B5EF4-FFF2-40B4-BE49-F238E27FC236}">
                <a16:creationId xmlns:a16="http://schemas.microsoft.com/office/drawing/2014/main" id="{E239583D-29CC-436B-81BB-554C612179DB}"/>
              </a:ext>
            </a:extLst>
          </p:cNvPr>
          <p:cNvSpPr>
            <a:spLocks xmlns:a="http://schemas.openxmlformats.org/drawingml/2006/main" noGrp="1"/>
          </p:cNvSpPr>
          <p:nvPr/>
        </p:nvSpPr>
        <p:spPr>
          <a:xfrm xmlns:a="http://schemas.openxmlformats.org/drawingml/2006/main">
            <a:off x="8753475" y="2971800"/>
            <a:ext cx="1914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vibration windows</a:t>
            </a:r>
          </a:p>
        </p:txBody>
      </p:sp>
      <p:sp>
        <p:nvSpPr>
          <p:cNvPr id="20" name="">
            <a:extLst xmlns:a="http://schemas.openxmlformats.org/drawingml/2006/main">
              <a:ext uri="{FF2B5EF4-FFF2-40B4-BE49-F238E27FC236}">
                <a16:creationId xmlns:a16="http://schemas.microsoft.com/office/drawing/2014/main" id="{12B1EF0B-495A-4E70-82E4-2AE8543DCE48}"/>
              </a:ext>
            </a:extLst>
          </p:cNvPr>
          <p:cNvSpPr>
            <a:spLocks xmlns:a="http://schemas.openxmlformats.org/drawingml/2006/main" noGrp="1"/>
          </p:cNvSpPr>
          <p:nvPr/>
        </p:nvSpPr>
        <p:spPr>
          <a:xfrm xmlns:a="http://schemas.openxmlformats.org/drawingml/2006/main">
            <a:off x="685800" y="39624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F33"/>
                </a:solidFill>
                <a:latin typeface="Arial"/>
                <a:ea typeface="Arial"/>
                <a:cs typeface="Arial"/>
              </a:defRPr>
            </a:defPPr>
            <a:lvl1pPr>
              <a:defRPr sz="1500" b="1">
                <a:solidFill>
                  <a:srgbClr val="0B1F33"/>
                </a:solidFill>
                <a:latin typeface="Arial"/>
                <a:ea typeface="Arial"/>
                <a:cs typeface="Arial"/>
              </a:defRPr>
            </a:lvl1pPr>
            <a:lvl2pPr>
              <a:defRPr sz="1500" b="1">
                <a:solidFill>
                  <a:srgbClr val="0B1F33"/>
                </a:solidFill>
                <a:latin typeface="Arial"/>
                <a:ea typeface="Arial"/>
                <a:cs typeface="Arial"/>
              </a:defRPr>
            </a:lvl2pPr>
            <a:lvl3pPr>
              <a:defRPr sz="1500" b="1">
                <a:solidFill>
                  <a:srgbClr val="0B1F33"/>
                </a:solidFill>
                <a:latin typeface="Arial"/>
                <a:ea typeface="Arial"/>
                <a:cs typeface="Arial"/>
              </a:defRPr>
            </a:lvl3pPr>
            <a:lvl4pPr>
              <a:defRPr sz="1500" b="1">
                <a:solidFill>
                  <a:srgbClr val="0B1F33"/>
                </a:solidFill>
                <a:latin typeface="Arial"/>
                <a:ea typeface="Arial"/>
                <a:cs typeface="Arial"/>
              </a:defRPr>
            </a:lvl4pPr>
            <a:lvl5pPr>
              <a:defRPr sz="1500" b="1">
                <a:solidFill>
                  <a:srgbClr val="0B1F33"/>
                </a:solidFill>
                <a:latin typeface="Arial"/>
                <a:ea typeface="Arial"/>
                <a:cs typeface="Arial"/>
              </a:defRPr>
            </a:lvl5pPr>
            <a:lvl6pPr>
              <a:defRPr sz="1500" b="1">
                <a:solidFill>
                  <a:srgbClr val="0B1F33"/>
                </a:solidFill>
                <a:latin typeface="Arial"/>
                <a:ea typeface="Arial"/>
                <a:cs typeface="Arial"/>
              </a:defRPr>
            </a:lvl6pPr>
            <a:lvl7pPr>
              <a:defRPr sz="1500" b="1">
                <a:solidFill>
                  <a:srgbClr val="0B1F33"/>
                </a:solidFill>
                <a:latin typeface="Arial"/>
                <a:ea typeface="Arial"/>
                <a:cs typeface="Arial"/>
              </a:defRPr>
            </a:lvl7pPr>
            <a:lvl8pPr>
              <a:defRPr sz="1500" b="1">
                <a:solidFill>
                  <a:srgbClr val="0B1F33"/>
                </a:solidFill>
                <a:latin typeface="Arial"/>
                <a:ea typeface="Arial"/>
                <a:cs typeface="Arial"/>
              </a:defRPr>
            </a:lvl8pPr>
            <a:lvl9pPr>
              <a:defRPr sz="1500" b="1">
                <a:solidFill>
                  <a:srgbClr val="0B1F33"/>
                </a:solidFill>
                <a:latin typeface="Arial"/>
                <a:ea typeface="Arial"/>
                <a:cs typeface="Arial"/>
              </a:defRPr>
            </a:lvl9pPr>
          </a:lstStyle>
          <a:p xmlns:a="http://schemas.openxmlformats.org/drawingml/2006/main">
            <a:pPr>
              <a:defRPr sz="1500" b="1">
                <a:solidFill>
                  <a:srgbClr val="0B1F33"/>
                </a:solidFill>
                <a:latin typeface="Arial"/>
                <a:ea typeface="Arial"/>
                <a:cs typeface="Arial"/>
              </a:defRPr>
            </a:pPr>
            <a:r>
              <a:rPr sz="1500" b="1">
                <a:solidFill>
                  <a:srgbClr val="0B1F33"/>
                </a:solidFill>
                <a:latin typeface="Arial"/>
                <a:ea typeface="Arial"/>
                <a:cs typeface="Arial"/>
              </a:rPr>
              <a:t>Sampling and preparation</a:t>
            </a:r>
          </a:p>
        </p:txBody>
      </p:sp>
      <p:sp>
        <p:nvSpPr>
          <p:cNvPr id="21" name="">
            <a:extLst xmlns:a="http://schemas.openxmlformats.org/drawingml/2006/main">
              <a:ext uri="{FF2B5EF4-FFF2-40B4-BE49-F238E27FC236}">
                <a16:creationId xmlns:a16="http://schemas.microsoft.com/office/drawing/2014/main" id="{2778318E-C9A9-4800-B22E-0554495134A8}"/>
              </a:ext>
            </a:extLst>
          </p:cNvPr>
          <p:cNvSpPr>
            <a:spLocks xmlns:a="http://schemas.openxmlformats.org/drawingml/2006/main" noGrp="1"/>
          </p:cNvSpPr>
          <p:nvPr/>
        </p:nvSpPr>
        <p:spPr>
          <a:xfrm xmlns:a="http://schemas.openxmlformats.org/drawingml/2006/main">
            <a:off x="685800" y="441960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0212D"/>
                </a:solidFill>
                <a:latin typeface="Arial"/>
                <a:ea typeface="Arial"/>
                <a:cs typeface="Arial"/>
              </a:defRPr>
            </a:defPPr>
            <a:lvl1pPr>
              <a:defRPr sz="1425" b="0">
                <a:solidFill>
                  <a:srgbClr val="10212D"/>
                </a:solidFill>
                <a:latin typeface="Arial"/>
                <a:ea typeface="Arial"/>
                <a:cs typeface="Arial"/>
              </a:defRPr>
            </a:lvl1pPr>
            <a:lvl2pPr>
              <a:defRPr sz="1425" b="0">
                <a:solidFill>
                  <a:srgbClr val="10212D"/>
                </a:solidFill>
                <a:latin typeface="Arial"/>
                <a:ea typeface="Arial"/>
                <a:cs typeface="Arial"/>
              </a:defRPr>
            </a:lvl2pPr>
            <a:lvl3pPr>
              <a:defRPr sz="1425" b="0">
                <a:solidFill>
                  <a:srgbClr val="10212D"/>
                </a:solidFill>
                <a:latin typeface="Arial"/>
                <a:ea typeface="Arial"/>
                <a:cs typeface="Arial"/>
              </a:defRPr>
            </a:lvl3pPr>
            <a:lvl4pPr>
              <a:defRPr sz="1425" b="0">
                <a:solidFill>
                  <a:srgbClr val="10212D"/>
                </a:solidFill>
                <a:latin typeface="Arial"/>
                <a:ea typeface="Arial"/>
                <a:cs typeface="Arial"/>
              </a:defRPr>
            </a:lvl4pPr>
            <a:lvl5pPr>
              <a:defRPr sz="1425" b="0">
                <a:solidFill>
                  <a:srgbClr val="10212D"/>
                </a:solidFill>
                <a:latin typeface="Arial"/>
                <a:ea typeface="Arial"/>
                <a:cs typeface="Arial"/>
              </a:defRPr>
            </a:lvl5pPr>
            <a:lvl6pPr>
              <a:defRPr sz="1425" b="0">
                <a:solidFill>
                  <a:srgbClr val="10212D"/>
                </a:solidFill>
                <a:latin typeface="Arial"/>
                <a:ea typeface="Arial"/>
                <a:cs typeface="Arial"/>
              </a:defRPr>
            </a:lvl6pPr>
            <a:lvl7pPr>
              <a:defRPr sz="1425" b="0">
                <a:solidFill>
                  <a:srgbClr val="10212D"/>
                </a:solidFill>
                <a:latin typeface="Arial"/>
                <a:ea typeface="Arial"/>
                <a:cs typeface="Arial"/>
              </a:defRPr>
            </a:lvl7pPr>
            <a:lvl8pPr>
              <a:defRPr sz="1425" b="0">
                <a:solidFill>
                  <a:srgbClr val="10212D"/>
                </a:solidFill>
                <a:latin typeface="Arial"/>
                <a:ea typeface="Arial"/>
                <a:cs typeface="Arial"/>
              </a:defRPr>
            </a:lvl8pPr>
            <a:lvl9pPr>
              <a:defRPr sz="1425" b="0">
                <a:solidFill>
                  <a:srgbClr val="10212D"/>
                </a:solidFill>
                <a:latin typeface="Arial"/>
                <a:ea typeface="Arial"/>
                <a:cs typeface="Arial"/>
              </a:defRPr>
            </a:lvl9pPr>
          </a:lstStyle>
          <a:p xmlns:a="http://schemas.openxmlformats.org/drawingml/2006/main">
            <a:pPr>
              <a:defRPr sz="1425" b="0">
                <a:solidFill>
                  <a:srgbClr val="10212D"/>
                </a:solidFill>
                <a:latin typeface="Arial"/>
                <a:ea typeface="Arial"/>
                <a:cs typeface="Arial"/>
              </a:defRPr>
            </a:pPr>
            <a:r>
              <a:rPr sz="1425" b="0">
                <a:solidFill>
                  <a:srgbClr val="10212D"/>
                </a:solidFill>
                <a:latin typeface="Arial"/>
                <a:ea typeface="Arial"/>
                <a:cs typeface="Arial"/>
              </a:rPr>
              <a:t>64 kHz vibration channel   •   4,096 samples per window   •   50% overlap   •   3 recordings per bearing and operating condition</a:t>
            </a:r>
          </a:p>
        </p:txBody>
      </p:sp>
      <p:sp>
        <p:nvSpPr>
          <p:cNvPr id="22" name="">
            <a:extLst xmlns:a="http://schemas.openxmlformats.org/drawingml/2006/main">
              <a:ext uri="{FF2B5EF4-FFF2-40B4-BE49-F238E27FC236}">
                <a16:creationId xmlns:a16="http://schemas.microsoft.com/office/drawing/2014/main" id="{C05B7E0C-0F4E-467C-9B68-D1865B093B94}"/>
              </a:ext>
            </a:extLst>
          </p:cNvPr>
          <p:cNvSpPr>
            <a:spLocks xmlns:a="http://schemas.openxmlformats.org/drawingml/2006/main" noGrp="1"/>
          </p:cNvSpPr>
          <p:nvPr/>
        </p:nvSpPr>
        <p:spPr>
          <a:xfrm xmlns:a="http://schemas.openxmlformats.org/drawingml/2006/main">
            <a:off x="685800" y="5181600"/>
            <a:ext cx="10039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8606F"/>
                </a:solidFill>
                <a:latin typeface="Arial"/>
                <a:ea typeface="Arial"/>
                <a:cs typeface="Arial"/>
              </a:defRPr>
            </a:defPPr>
            <a:lvl1pPr>
              <a:defRPr sz="1350" b="0">
                <a:solidFill>
                  <a:srgbClr val="48606F"/>
                </a:solidFill>
                <a:latin typeface="Arial"/>
                <a:ea typeface="Arial"/>
                <a:cs typeface="Arial"/>
              </a:defRPr>
            </a:lvl1pPr>
            <a:lvl2pPr>
              <a:defRPr sz="1350" b="0">
                <a:solidFill>
                  <a:srgbClr val="48606F"/>
                </a:solidFill>
                <a:latin typeface="Arial"/>
                <a:ea typeface="Arial"/>
                <a:cs typeface="Arial"/>
              </a:defRPr>
            </a:lvl2pPr>
            <a:lvl3pPr>
              <a:defRPr sz="1350" b="0">
                <a:solidFill>
                  <a:srgbClr val="48606F"/>
                </a:solidFill>
                <a:latin typeface="Arial"/>
                <a:ea typeface="Arial"/>
                <a:cs typeface="Arial"/>
              </a:defRPr>
            </a:lvl3pPr>
            <a:lvl4pPr>
              <a:defRPr sz="1350" b="0">
                <a:solidFill>
                  <a:srgbClr val="48606F"/>
                </a:solidFill>
                <a:latin typeface="Arial"/>
                <a:ea typeface="Arial"/>
                <a:cs typeface="Arial"/>
              </a:defRPr>
            </a:lvl4pPr>
            <a:lvl5pPr>
              <a:defRPr sz="1350" b="0">
                <a:solidFill>
                  <a:srgbClr val="48606F"/>
                </a:solidFill>
                <a:latin typeface="Arial"/>
                <a:ea typeface="Arial"/>
                <a:cs typeface="Arial"/>
              </a:defRPr>
            </a:lvl5pPr>
            <a:lvl6pPr>
              <a:defRPr sz="1350" b="0">
                <a:solidFill>
                  <a:srgbClr val="48606F"/>
                </a:solidFill>
                <a:latin typeface="Arial"/>
                <a:ea typeface="Arial"/>
                <a:cs typeface="Arial"/>
              </a:defRPr>
            </a:lvl6pPr>
            <a:lvl7pPr>
              <a:defRPr sz="1350" b="0">
                <a:solidFill>
                  <a:srgbClr val="48606F"/>
                </a:solidFill>
                <a:latin typeface="Arial"/>
                <a:ea typeface="Arial"/>
                <a:cs typeface="Arial"/>
              </a:defRPr>
            </a:lvl7pPr>
            <a:lvl8pPr>
              <a:defRPr sz="1350" b="0">
                <a:solidFill>
                  <a:srgbClr val="48606F"/>
                </a:solidFill>
                <a:latin typeface="Arial"/>
                <a:ea typeface="Arial"/>
                <a:cs typeface="Arial"/>
              </a:defRPr>
            </a:lvl8pPr>
            <a:lvl9pPr>
              <a:defRPr sz="1350" b="0">
                <a:solidFill>
                  <a:srgbClr val="48606F"/>
                </a:solidFill>
                <a:latin typeface="Arial"/>
                <a:ea typeface="Arial"/>
                <a:cs typeface="Arial"/>
              </a:defRPr>
            </a:lvl9pPr>
          </a:lstStyle>
          <a:p xmlns:a="http://schemas.openxmlformats.org/drawingml/2006/main">
            <a:pPr>
              <a:defRPr sz="1350" b="0">
                <a:solidFill>
                  <a:srgbClr val="48606F"/>
                </a:solidFill>
                <a:latin typeface="Arial"/>
                <a:ea typeface="Arial"/>
                <a:cs typeface="Arial"/>
              </a:defRPr>
            </a:pPr>
            <a:r>
              <a:rPr sz="1350" b="0">
                <a:solidFill>
                  <a:srgbClr val="48606F"/>
                </a:solidFill>
                <a:latin typeface="Arial"/>
                <a:ea typeface="Arial"/>
                <a:cs typeface="Arial"/>
              </a:rPr>
              <a:t>The storage cap keeps the local demo reproducible without creating synthetic samples or mixing one physical bearing across evaluation partitions.</a:t>
            </a:r>
          </a:p>
        </p:txBody>
      </p:sp>
      <p:sp>
        <p:nvSpPr>
          <p:cNvPr id="23" name="">
            <a:extLst xmlns:a="http://schemas.openxmlformats.org/drawingml/2006/main">
              <a:ext uri="{FF2B5EF4-FFF2-40B4-BE49-F238E27FC236}">
                <a16:creationId xmlns:a16="http://schemas.microsoft.com/office/drawing/2014/main" id="{48EACBE5-2182-4063-BF1E-9BEFEC7E2EDF}"/>
              </a:ext>
            </a:extLst>
          </p:cNvPr>
          <p:cNvSpPr>
            <a:spLocks xmlns:a="http://schemas.openxmlformats.org/drawingml/2006/main" noGrp="1"/>
          </p:cNvSpPr>
          <p:nvPr/>
        </p:nvSpPr>
        <p:spPr>
          <a:xfrm xmlns:a="http://schemas.openxmlformats.org/drawingml/2006/main">
            <a:off x="685800" y="64960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8606F"/>
                </a:solidFill>
                <a:latin typeface="Arial"/>
                <a:ea typeface="Arial"/>
                <a:cs typeface="Arial"/>
              </a:defRPr>
            </a:defPPr>
            <a:lvl1pPr>
              <a:defRPr sz="900" b="0">
                <a:solidFill>
                  <a:srgbClr val="48606F"/>
                </a:solidFill>
                <a:latin typeface="Arial"/>
                <a:ea typeface="Arial"/>
                <a:cs typeface="Arial"/>
              </a:defRPr>
            </a:lvl1pPr>
            <a:lvl2pPr>
              <a:defRPr sz="900" b="0">
                <a:solidFill>
                  <a:srgbClr val="48606F"/>
                </a:solidFill>
                <a:latin typeface="Arial"/>
                <a:ea typeface="Arial"/>
                <a:cs typeface="Arial"/>
              </a:defRPr>
            </a:lvl2pPr>
            <a:lvl3pPr>
              <a:defRPr sz="900" b="0">
                <a:solidFill>
                  <a:srgbClr val="48606F"/>
                </a:solidFill>
                <a:latin typeface="Arial"/>
                <a:ea typeface="Arial"/>
                <a:cs typeface="Arial"/>
              </a:defRPr>
            </a:lvl3pPr>
            <a:lvl4pPr>
              <a:defRPr sz="900" b="0">
                <a:solidFill>
                  <a:srgbClr val="48606F"/>
                </a:solidFill>
                <a:latin typeface="Arial"/>
                <a:ea typeface="Arial"/>
                <a:cs typeface="Arial"/>
              </a:defRPr>
            </a:lvl4pPr>
            <a:lvl5pPr>
              <a:defRPr sz="900" b="0">
                <a:solidFill>
                  <a:srgbClr val="48606F"/>
                </a:solidFill>
                <a:latin typeface="Arial"/>
                <a:ea typeface="Arial"/>
                <a:cs typeface="Arial"/>
              </a:defRPr>
            </a:lvl5pPr>
            <a:lvl6pPr>
              <a:defRPr sz="900" b="0">
                <a:solidFill>
                  <a:srgbClr val="48606F"/>
                </a:solidFill>
                <a:latin typeface="Arial"/>
                <a:ea typeface="Arial"/>
                <a:cs typeface="Arial"/>
              </a:defRPr>
            </a:lvl6pPr>
            <a:lvl7pPr>
              <a:defRPr sz="900" b="0">
                <a:solidFill>
                  <a:srgbClr val="48606F"/>
                </a:solidFill>
                <a:latin typeface="Arial"/>
                <a:ea typeface="Arial"/>
                <a:cs typeface="Arial"/>
              </a:defRPr>
            </a:lvl7pPr>
            <a:lvl8pPr>
              <a:defRPr sz="900" b="0">
                <a:solidFill>
                  <a:srgbClr val="48606F"/>
                </a:solidFill>
                <a:latin typeface="Arial"/>
                <a:ea typeface="Arial"/>
                <a:cs typeface="Arial"/>
              </a:defRPr>
            </a:lvl8pPr>
            <a:lvl9pPr>
              <a:defRPr sz="900" b="0">
                <a:solidFill>
                  <a:srgbClr val="48606F"/>
                </a:solidFill>
                <a:latin typeface="Arial"/>
                <a:ea typeface="Arial"/>
                <a:cs typeface="Arial"/>
              </a:defRPr>
            </a:lvl9pPr>
          </a:lstStyle>
          <a:p xmlns:a="http://schemas.openxmlformats.org/drawingml/2006/main">
            <a:pPr>
              <a:defRPr sz="900" b="0">
                <a:solidFill>
                  <a:srgbClr val="48606F"/>
                </a:solidFill>
                <a:latin typeface="Arial"/>
                <a:ea typeface="Arial"/>
                <a:cs typeface="Arial"/>
              </a:defRPr>
            </a:pPr>
            <a:r>
              <a:rPr sz="900" b="0">
                <a:solidFill>
                  <a:srgbClr val="48606F"/>
                </a:solidFill>
                <a:latin typeface="Arial"/>
                <a:ea typeface="Arial"/>
                <a:cs typeface="Arial"/>
              </a:rPr>
              <a:t>AXON bearing demo  |  3</a:t>
            </a:r>
          </a:p>
        </p:txBody>
      </p:sp>
    </p:spTree>
    <p:extLst>
      <p:ext uri="{BB962C8B-B14F-4D97-AF65-F5344CB8AC3E}">
        <p14:creationId xmlns:p14="http://schemas.microsoft.com/office/powerpoint/2010/main" val="2040213215"/>
      </p:ext>
    </p:extLst>
  </p:cSld>
</p:sld>
</file>

<file path=ppt/slides/slide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C6713E0-CCD7-42B7-B67E-1D75819977C3}"/>
              </a:ext>
            </a:extLst>
          </p:cNvPr>
          <p:cNvSpPr>
            <a:spLocks xmlns:a="http://schemas.openxmlformats.org/drawingml/2006/main" noGrp="1"/>
          </p:cNvSpPr>
          <p:nvPr/>
        </p:nvSpPr>
        <p:spPr>
          <a:xfrm xmlns:a="http://schemas.openxmlformats.org/drawingml/2006/main">
            <a:off x="685800" y="5334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B1F33"/>
                </a:solidFill>
                <a:latin typeface="Arial"/>
                <a:ea typeface="Arial"/>
                <a:cs typeface="Arial"/>
              </a:defRPr>
            </a:defPPr>
            <a:lvl1pPr>
              <a:defRPr sz="2550" b="1">
                <a:solidFill>
                  <a:srgbClr val="0B1F33"/>
                </a:solidFill>
                <a:latin typeface="Arial"/>
                <a:ea typeface="Arial"/>
                <a:cs typeface="Arial"/>
              </a:defRPr>
            </a:lvl1pPr>
            <a:lvl2pPr>
              <a:defRPr sz="2550" b="1">
                <a:solidFill>
                  <a:srgbClr val="0B1F33"/>
                </a:solidFill>
                <a:latin typeface="Arial"/>
                <a:ea typeface="Arial"/>
                <a:cs typeface="Arial"/>
              </a:defRPr>
            </a:lvl2pPr>
            <a:lvl3pPr>
              <a:defRPr sz="2550" b="1">
                <a:solidFill>
                  <a:srgbClr val="0B1F33"/>
                </a:solidFill>
                <a:latin typeface="Arial"/>
                <a:ea typeface="Arial"/>
                <a:cs typeface="Arial"/>
              </a:defRPr>
            </a:lvl3pPr>
            <a:lvl4pPr>
              <a:defRPr sz="2550" b="1">
                <a:solidFill>
                  <a:srgbClr val="0B1F33"/>
                </a:solidFill>
                <a:latin typeface="Arial"/>
                <a:ea typeface="Arial"/>
                <a:cs typeface="Arial"/>
              </a:defRPr>
            </a:lvl4pPr>
            <a:lvl5pPr>
              <a:defRPr sz="2550" b="1">
                <a:solidFill>
                  <a:srgbClr val="0B1F33"/>
                </a:solidFill>
                <a:latin typeface="Arial"/>
                <a:ea typeface="Arial"/>
                <a:cs typeface="Arial"/>
              </a:defRPr>
            </a:lvl5pPr>
            <a:lvl6pPr>
              <a:defRPr sz="2550" b="1">
                <a:solidFill>
                  <a:srgbClr val="0B1F33"/>
                </a:solidFill>
                <a:latin typeface="Arial"/>
                <a:ea typeface="Arial"/>
                <a:cs typeface="Arial"/>
              </a:defRPr>
            </a:lvl6pPr>
            <a:lvl7pPr>
              <a:defRPr sz="2550" b="1">
                <a:solidFill>
                  <a:srgbClr val="0B1F33"/>
                </a:solidFill>
                <a:latin typeface="Arial"/>
                <a:ea typeface="Arial"/>
                <a:cs typeface="Arial"/>
              </a:defRPr>
            </a:lvl7pPr>
            <a:lvl8pPr>
              <a:defRPr sz="2550" b="1">
                <a:solidFill>
                  <a:srgbClr val="0B1F33"/>
                </a:solidFill>
                <a:latin typeface="Arial"/>
                <a:ea typeface="Arial"/>
                <a:cs typeface="Arial"/>
              </a:defRPr>
            </a:lvl8pPr>
            <a:lvl9pPr>
              <a:defRPr sz="2550" b="1">
                <a:solidFill>
                  <a:srgbClr val="0B1F33"/>
                </a:solidFill>
                <a:latin typeface="Arial"/>
                <a:ea typeface="Arial"/>
                <a:cs typeface="Arial"/>
              </a:defRPr>
            </a:lvl9pPr>
          </a:lstStyle>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Inference pipeline</a:t>
            </a:r>
          </a:p>
        </p:txBody>
      </p:sp>
      <p:sp>
        <p:nvSpPr>
          <p:cNvPr id="2" name="">
            <a:extLst xmlns:a="http://schemas.openxmlformats.org/drawingml/2006/main">
              <a:ext uri="{FF2B5EF4-FFF2-40B4-BE49-F238E27FC236}">
                <a16:creationId xmlns:a16="http://schemas.microsoft.com/office/drawing/2014/main" id="{A2CEEE52-1EBD-4AA5-92AA-C73DB6451222}"/>
              </a:ext>
            </a:extLst>
          </p:cNvPr>
          <p:cNvSpPr>
            <a:spLocks xmlns:a="http://schemas.openxmlformats.org/drawingml/2006/main" noGrp="1"/>
          </p:cNvSpPr>
          <p:nvPr/>
        </p:nvSpPr>
        <p:spPr>
          <a:xfrm xmlns:a="http://schemas.openxmlformats.org/drawingml/2006/main">
            <a:off x="685800" y="11239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8606F"/>
                </a:solidFill>
                <a:latin typeface="Arial"/>
                <a:ea typeface="Arial"/>
                <a:cs typeface="Arial"/>
              </a:defRPr>
            </a:defPPr>
            <a:lvl1pPr>
              <a:defRPr sz="1275" b="0">
                <a:solidFill>
                  <a:srgbClr val="48606F"/>
                </a:solidFill>
                <a:latin typeface="Arial"/>
                <a:ea typeface="Arial"/>
                <a:cs typeface="Arial"/>
              </a:defRPr>
            </a:lvl1pPr>
            <a:lvl2pPr>
              <a:defRPr sz="1275" b="0">
                <a:solidFill>
                  <a:srgbClr val="48606F"/>
                </a:solidFill>
                <a:latin typeface="Arial"/>
                <a:ea typeface="Arial"/>
                <a:cs typeface="Arial"/>
              </a:defRPr>
            </a:lvl2pPr>
            <a:lvl3pPr>
              <a:defRPr sz="1275" b="0">
                <a:solidFill>
                  <a:srgbClr val="48606F"/>
                </a:solidFill>
                <a:latin typeface="Arial"/>
                <a:ea typeface="Arial"/>
                <a:cs typeface="Arial"/>
              </a:defRPr>
            </a:lvl3pPr>
            <a:lvl4pPr>
              <a:defRPr sz="1275" b="0">
                <a:solidFill>
                  <a:srgbClr val="48606F"/>
                </a:solidFill>
                <a:latin typeface="Arial"/>
                <a:ea typeface="Arial"/>
                <a:cs typeface="Arial"/>
              </a:defRPr>
            </a:lvl4pPr>
            <a:lvl5pPr>
              <a:defRPr sz="1275" b="0">
                <a:solidFill>
                  <a:srgbClr val="48606F"/>
                </a:solidFill>
                <a:latin typeface="Arial"/>
                <a:ea typeface="Arial"/>
                <a:cs typeface="Arial"/>
              </a:defRPr>
            </a:lvl5pPr>
            <a:lvl6pPr>
              <a:defRPr sz="1275" b="0">
                <a:solidFill>
                  <a:srgbClr val="48606F"/>
                </a:solidFill>
                <a:latin typeface="Arial"/>
                <a:ea typeface="Arial"/>
                <a:cs typeface="Arial"/>
              </a:defRPr>
            </a:lvl6pPr>
            <a:lvl7pPr>
              <a:defRPr sz="1275" b="0">
                <a:solidFill>
                  <a:srgbClr val="48606F"/>
                </a:solidFill>
                <a:latin typeface="Arial"/>
                <a:ea typeface="Arial"/>
                <a:cs typeface="Arial"/>
              </a:defRPr>
            </a:lvl7pPr>
            <a:lvl8pPr>
              <a:defRPr sz="1275" b="0">
                <a:solidFill>
                  <a:srgbClr val="48606F"/>
                </a:solidFill>
                <a:latin typeface="Arial"/>
                <a:ea typeface="Arial"/>
                <a:cs typeface="Arial"/>
              </a:defRPr>
            </a:lvl8pPr>
            <a:lvl9pPr>
              <a:defRPr sz="1275" b="0">
                <a:solidFill>
                  <a:srgbClr val="48606F"/>
                </a:solidFill>
                <a:latin typeface="Arial"/>
                <a:ea typeface="Arial"/>
                <a:cs typeface="Arial"/>
              </a:defRPr>
            </a:lvl9pPr>
          </a:lstStyle>
          <a:p xmlns:a="http://schemas.openxmlformats.org/drawingml/2006/main">
            <a:pPr>
              <a:defRPr sz="1275" b="0">
                <a:solidFill>
                  <a:srgbClr val="48606F"/>
                </a:solidFill>
                <a:latin typeface="Arial"/>
                <a:ea typeface="Arial"/>
                <a:cs typeface="Arial"/>
              </a:defRPr>
            </a:pPr>
            <a:r>
              <a:rPr sz="1275" b="0">
                <a:solidFill>
                  <a:srgbClr val="48606F"/>
                </a:solidFill>
                <a:latin typeface="Arial"/>
                <a:ea typeface="Arial"/>
                <a:cs typeface="Arial"/>
              </a:rPr>
              <a:t>The same feature contract runs in training, the API, and the edge process.</a:t>
            </a:r>
          </a:p>
        </p:txBody>
      </p:sp>
      <p:sp>
        <p:nvSpPr>
          <p:cNvPr id="3" name="">
            <a:extLst xmlns:a="http://schemas.openxmlformats.org/drawingml/2006/main">
              <a:ext uri="{FF2B5EF4-FFF2-40B4-BE49-F238E27FC236}">
                <a16:creationId xmlns:a16="http://schemas.microsoft.com/office/drawing/2014/main" id="{BE5E3CD4-87D1-4C04-9D28-F4DCF17ECB2F}"/>
              </a:ext>
            </a:extLst>
          </p:cNvPr>
          <p:cNvSpPr>
            <a:spLocks xmlns:a="http://schemas.openxmlformats.org/drawingml/2006/main" noGrp="1"/>
          </p:cNvSpPr>
          <p:nvPr/>
        </p:nvSpPr>
        <p:spPr>
          <a:xfrm xmlns:a="http://schemas.openxmlformats.org/drawingml/2006/main">
            <a:off x="685800" y="1524000"/>
            <a:ext cx="914400" cy="5715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8E5064-46AD-4F73-93B2-EDADCC3C5060}"/>
              </a:ext>
            </a:extLst>
          </p:cNvPr>
          <p:cNvSpPr>
            <a:spLocks xmlns:a="http://schemas.openxmlformats.org/drawingml/2006/main" noGrp="1"/>
          </p:cNvSpPr>
          <p:nvPr/>
        </p:nvSpPr>
        <p:spPr>
          <a:xfrm xmlns:a="http://schemas.openxmlformats.org/drawingml/2006/main">
            <a:off x="685800" y="2419350"/>
            <a:ext cx="2171700" cy="219075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1CEE18-587C-440A-BFE1-78AEA6AD91BC}"/>
              </a:ext>
            </a:extLst>
          </p:cNvPr>
          <p:cNvSpPr>
            <a:spLocks xmlns:a="http://schemas.openxmlformats.org/drawingml/2006/main" noGrp="1"/>
          </p:cNvSpPr>
          <p:nvPr/>
        </p:nvSpPr>
        <p:spPr>
          <a:xfrm xmlns:a="http://schemas.openxmlformats.org/drawingml/2006/main">
            <a:off x="876300" y="2609850"/>
            <a:ext cx="438150" cy="438150"/>
          </a:xfrm>
          <a:prstGeom xmlns:a="http://schemas.openxmlformats.org/drawingml/2006/main" prst="roundRect">
            <a:avLst>
              <a:gd name="adj" fmla="val 17391"/>
            </a:avLst>
          </a:prstGeom>
          <a:solidFill xmlns:a="http://schemas.openxmlformats.org/drawingml/2006/main">
            <a:srgbClr val="44C2B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F77F50-A690-4E27-ADA4-BDAAE8BA80EF}"/>
              </a:ext>
            </a:extLst>
          </p:cNvPr>
          <p:cNvSpPr>
            <a:spLocks xmlns:a="http://schemas.openxmlformats.org/drawingml/2006/main" noGrp="1"/>
          </p:cNvSpPr>
          <p:nvPr/>
        </p:nvSpPr>
        <p:spPr>
          <a:xfrm xmlns:a="http://schemas.openxmlformats.org/drawingml/2006/main">
            <a:off x="876300" y="26765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1598463-023B-4A44-BF81-9F8AD382FD51}"/>
              </a:ext>
            </a:extLst>
          </p:cNvPr>
          <p:cNvSpPr>
            <a:spLocks xmlns:a="http://schemas.openxmlformats.org/drawingml/2006/main" noGrp="1"/>
          </p:cNvSpPr>
          <p:nvPr/>
        </p:nvSpPr>
        <p:spPr>
          <a:xfrm xmlns:a="http://schemas.openxmlformats.org/drawingml/2006/main">
            <a:off x="876300" y="3295650"/>
            <a:ext cx="1790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F33"/>
                </a:solidFill>
                <a:latin typeface="Arial"/>
                <a:ea typeface="Arial"/>
                <a:cs typeface="Arial"/>
              </a:defRPr>
            </a:defPPr>
            <a:lvl1pPr>
              <a:defRPr sz="1575" b="1">
                <a:solidFill>
                  <a:srgbClr val="0B1F33"/>
                </a:solidFill>
                <a:latin typeface="Arial"/>
                <a:ea typeface="Arial"/>
                <a:cs typeface="Arial"/>
              </a:defRPr>
            </a:lvl1pPr>
            <a:lvl2pPr>
              <a:defRPr sz="1575" b="1">
                <a:solidFill>
                  <a:srgbClr val="0B1F33"/>
                </a:solidFill>
                <a:latin typeface="Arial"/>
                <a:ea typeface="Arial"/>
                <a:cs typeface="Arial"/>
              </a:defRPr>
            </a:lvl2pPr>
            <a:lvl3pPr>
              <a:defRPr sz="1575" b="1">
                <a:solidFill>
                  <a:srgbClr val="0B1F33"/>
                </a:solidFill>
                <a:latin typeface="Arial"/>
                <a:ea typeface="Arial"/>
                <a:cs typeface="Arial"/>
              </a:defRPr>
            </a:lvl3pPr>
            <a:lvl4pPr>
              <a:defRPr sz="1575" b="1">
                <a:solidFill>
                  <a:srgbClr val="0B1F33"/>
                </a:solidFill>
                <a:latin typeface="Arial"/>
                <a:ea typeface="Arial"/>
                <a:cs typeface="Arial"/>
              </a:defRPr>
            </a:lvl4pPr>
            <a:lvl5pPr>
              <a:defRPr sz="1575" b="1">
                <a:solidFill>
                  <a:srgbClr val="0B1F33"/>
                </a:solidFill>
                <a:latin typeface="Arial"/>
                <a:ea typeface="Arial"/>
                <a:cs typeface="Arial"/>
              </a:defRPr>
            </a:lvl5pPr>
            <a:lvl6pPr>
              <a:defRPr sz="1575" b="1">
                <a:solidFill>
                  <a:srgbClr val="0B1F33"/>
                </a:solidFill>
                <a:latin typeface="Arial"/>
                <a:ea typeface="Arial"/>
                <a:cs typeface="Arial"/>
              </a:defRPr>
            </a:lvl6pPr>
            <a:lvl7pPr>
              <a:defRPr sz="1575" b="1">
                <a:solidFill>
                  <a:srgbClr val="0B1F33"/>
                </a:solidFill>
                <a:latin typeface="Arial"/>
                <a:ea typeface="Arial"/>
                <a:cs typeface="Arial"/>
              </a:defRPr>
            </a:lvl7pPr>
            <a:lvl8pPr>
              <a:defRPr sz="1575" b="1">
                <a:solidFill>
                  <a:srgbClr val="0B1F33"/>
                </a:solidFill>
                <a:latin typeface="Arial"/>
                <a:ea typeface="Arial"/>
                <a:cs typeface="Arial"/>
              </a:defRPr>
            </a:lvl8pPr>
            <a:lvl9pPr>
              <a:defRPr sz="1575" b="1">
                <a:solidFill>
                  <a:srgbClr val="0B1F33"/>
                </a:solidFill>
                <a:latin typeface="Arial"/>
                <a:ea typeface="Arial"/>
                <a:cs typeface="Arial"/>
              </a:defRPr>
            </a:lvl9pPr>
          </a:lstStyle>
          <a:p xmlns:a="http://schemas.openxmlformats.org/drawingml/2006/main">
            <a:pPr>
              <a:defRPr sz="1575" b="1">
                <a:solidFill>
                  <a:srgbClr val="0B1F33"/>
                </a:solidFill>
                <a:latin typeface="Arial"/>
                <a:ea typeface="Arial"/>
                <a:cs typeface="Arial"/>
              </a:defRPr>
            </a:pPr>
            <a:r>
              <a:rPr sz="1575" b="1">
                <a:solidFill>
                  <a:srgbClr val="0B1F33"/>
                </a:solidFill>
                <a:latin typeface="Arial"/>
                <a:ea typeface="Arial"/>
                <a:cs typeface="Arial"/>
              </a:rPr>
              <a:t>Vibration window</a:t>
            </a:r>
          </a:p>
        </p:txBody>
      </p:sp>
      <p:sp>
        <p:nvSpPr>
          <p:cNvPr id="8" name="">
            <a:extLst xmlns:a="http://schemas.openxmlformats.org/drawingml/2006/main">
              <a:ext uri="{FF2B5EF4-FFF2-40B4-BE49-F238E27FC236}">
                <a16:creationId xmlns:a16="http://schemas.microsoft.com/office/drawing/2014/main" id="{20D259F1-1356-4C79-9213-BD3227A82FE8}"/>
              </a:ext>
            </a:extLst>
          </p:cNvPr>
          <p:cNvSpPr>
            <a:spLocks xmlns:a="http://schemas.openxmlformats.org/drawingml/2006/main" noGrp="1"/>
          </p:cNvSpPr>
          <p:nvPr/>
        </p:nvSpPr>
        <p:spPr>
          <a:xfrm xmlns:a="http://schemas.openxmlformats.org/drawingml/2006/main">
            <a:off x="876300" y="3905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4,096 samples at 64 kHz</a:t>
            </a:r>
          </a:p>
        </p:txBody>
      </p:sp>
      <p:sp>
        <p:nvSpPr>
          <p:cNvPr id="9" name="">
            <a:extLst xmlns:a="http://schemas.openxmlformats.org/drawingml/2006/main">
              <a:ext uri="{FF2B5EF4-FFF2-40B4-BE49-F238E27FC236}">
                <a16:creationId xmlns:a16="http://schemas.microsoft.com/office/drawing/2014/main" id="{D1385F57-A87C-4262-A507-8054348F356A}"/>
              </a:ext>
            </a:extLst>
          </p:cNvPr>
          <p:cNvSpPr>
            <a:spLocks xmlns:a="http://schemas.openxmlformats.org/drawingml/2006/main" noGrp="1"/>
          </p:cNvSpPr>
          <p:nvPr/>
        </p:nvSpPr>
        <p:spPr>
          <a:xfrm xmlns:a="http://schemas.openxmlformats.org/drawingml/2006/main">
            <a:off x="2914650" y="3305175"/>
            <a:ext cx="30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48606F"/>
                </a:solidFill>
                <a:latin typeface="Arial"/>
                <a:ea typeface="Arial"/>
                <a:cs typeface="Arial"/>
              </a:defRPr>
            </a:defPPr>
            <a:lvl1pPr>
              <a:defRPr sz="2025" b="1">
                <a:solidFill>
                  <a:srgbClr val="48606F"/>
                </a:solidFill>
                <a:latin typeface="Arial"/>
                <a:ea typeface="Arial"/>
                <a:cs typeface="Arial"/>
              </a:defRPr>
            </a:lvl1pPr>
            <a:lvl2pPr>
              <a:defRPr sz="2025" b="1">
                <a:solidFill>
                  <a:srgbClr val="48606F"/>
                </a:solidFill>
                <a:latin typeface="Arial"/>
                <a:ea typeface="Arial"/>
                <a:cs typeface="Arial"/>
              </a:defRPr>
            </a:lvl2pPr>
            <a:lvl3pPr>
              <a:defRPr sz="2025" b="1">
                <a:solidFill>
                  <a:srgbClr val="48606F"/>
                </a:solidFill>
                <a:latin typeface="Arial"/>
                <a:ea typeface="Arial"/>
                <a:cs typeface="Arial"/>
              </a:defRPr>
            </a:lvl3pPr>
            <a:lvl4pPr>
              <a:defRPr sz="2025" b="1">
                <a:solidFill>
                  <a:srgbClr val="48606F"/>
                </a:solidFill>
                <a:latin typeface="Arial"/>
                <a:ea typeface="Arial"/>
                <a:cs typeface="Arial"/>
              </a:defRPr>
            </a:lvl4pPr>
            <a:lvl5pPr>
              <a:defRPr sz="2025" b="1">
                <a:solidFill>
                  <a:srgbClr val="48606F"/>
                </a:solidFill>
                <a:latin typeface="Arial"/>
                <a:ea typeface="Arial"/>
                <a:cs typeface="Arial"/>
              </a:defRPr>
            </a:lvl5pPr>
            <a:lvl6pPr>
              <a:defRPr sz="2025" b="1">
                <a:solidFill>
                  <a:srgbClr val="48606F"/>
                </a:solidFill>
                <a:latin typeface="Arial"/>
                <a:ea typeface="Arial"/>
                <a:cs typeface="Arial"/>
              </a:defRPr>
            </a:lvl6pPr>
            <a:lvl7pPr>
              <a:defRPr sz="2025" b="1">
                <a:solidFill>
                  <a:srgbClr val="48606F"/>
                </a:solidFill>
                <a:latin typeface="Arial"/>
                <a:ea typeface="Arial"/>
                <a:cs typeface="Arial"/>
              </a:defRPr>
            </a:lvl7pPr>
            <a:lvl8pPr>
              <a:defRPr sz="2025" b="1">
                <a:solidFill>
                  <a:srgbClr val="48606F"/>
                </a:solidFill>
                <a:latin typeface="Arial"/>
                <a:ea typeface="Arial"/>
                <a:cs typeface="Arial"/>
              </a:defRPr>
            </a:lvl8pPr>
            <a:lvl9pPr>
              <a:defRPr sz="2025" b="1">
                <a:solidFill>
                  <a:srgbClr val="48606F"/>
                </a:solidFill>
                <a:latin typeface="Arial"/>
                <a:ea typeface="Arial"/>
                <a:cs typeface="Arial"/>
              </a:defRPr>
            </a:lvl9pPr>
          </a:lstStyle>
          <a:p xmlns:a="http://schemas.openxmlformats.org/drawingml/2006/main">
            <a:pPr>
              <a:defRPr sz="2025" b="1">
                <a:solidFill>
                  <a:srgbClr val="48606F"/>
                </a:solidFill>
                <a:latin typeface="Arial"/>
                <a:ea typeface="Arial"/>
                <a:cs typeface="Arial"/>
              </a:defRPr>
            </a:pPr>
            <a:r>
              <a:rPr sz="2025" b="1">
                <a:solidFill>
                  <a:srgbClr val="48606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B93EE1B-DE06-4FAC-9E1D-13A98C3DFE75}"/>
              </a:ext>
            </a:extLst>
          </p:cNvPr>
          <p:cNvSpPr>
            <a:spLocks xmlns:a="http://schemas.openxmlformats.org/drawingml/2006/main" noGrp="1"/>
          </p:cNvSpPr>
          <p:nvPr/>
        </p:nvSpPr>
        <p:spPr>
          <a:xfrm xmlns:a="http://schemas.openxmlformats.org/drawingml/2006/main">
            <a:off x="3314700" y="2419350"/>
            <a:ext cx="2171700" cy="219075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D25FC6-8AD8-4C71-8453-97DDBFDC6D98}"/>
              </a:ext>
            </a:extLst>
          </p:cNvPr>
          <p:cNvSpPr>
            <a:spLocks xmlns:a="http://schemas.openxmlformats.org/drawingml/2006/main" noGrp="1"/>
          </p:cNvSpPr>
          <p:nvPr/>
        </p:nvSpPr>
        <p:spPr>
          <a:xfrm xmlns:a="http://schemas.openxmlformats.org/drawingml/2006/main">
            <a:off x="3505200" y="2609850"/>
            <a:ext cx="438150" cy="438150"/>
          </a:xfrm>
          <a:prstGeom xmlns:a="http://schemas.openxmlformats.org/drawingml/2006/main" prst="roundRect">
            <a:avLst>
              <a:gd name="adj" fmla="val 17391"/>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362CD2-8D19-4101-88C5-71FFDCDA7B6B}"/>
              </a:ext>
            </a:extLst>
          </p:cNvPr>
          <p:cNvSpPr>
            <a:spLocks xmlns:a="http://schemas.openxmlformats.org/drawingml/2006/main" noGrp="1"/>
          </p:cNvSpPr>
          <p:nvPr/>
        </p:nvSpPr>
        <p:spPr>
          <a:xfrm xmlns:a="http://schemas.openxmlformats.org/drawingml/2006/main">
            <a:off x="3505200" y="26765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34E3E752-7904-419A-9BFD-E1E7AE20F433}"/>
              </a:ext>
            </a:extLst>
          </p:cNvPr>
          <p:cNvSpPr>
            <a:spLocks xmlns:a="http://schemas.openxmlformats.org/drawingml/2006/main" noGrp="1"/>
          </p:cNvSpPr>
          <p:nvPr/>
        </p:nvSpPr>
        <p:spPr>
          <a:xfrm xmlns:a="http://schemas.openxmlformats.org/drawingml/2006/main">
            <a:off x="3505200" y="3295650"/>
            <a:ext cx="1790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F33"/>
                </a:solidFill>
                <a:latin typeface="Arial"/>
                <a:ea typeface="Arial"/>
                <a:cs typeface="Arial"/>
              </a:defRPr>
            </a:defPPr>
            <a:lvl1pPr>
              <a:defRPr sz="1575" b="1">
                <a:solidFill>
                  <a:srgbClr val="0B1F33"/>
                </a:solidFill>
                <a:latin typeface="Arial"/>
                <a:ea typeface="Arial"/>
                <a:cs typeface="Arial"/>
              </a:defRPr>
            </a:lvl1pPr>
            <a:lvl2pPr>
              <a:defRPr sz="1575" b="1">
                <a:solidFill>
                  <a:srgbClr val="0B1F33"/>
                </a:solidFill>
                <a:latin typeface="Arial"/>
                <a:ea typeface="Arial"/>
                <a:cs typeface="Arial"/>
              </a:defRPr>
            </a:lvl2pPr>
            <a:lvl3pPr>
              <a:defRPr sz="1575" b="1">
                <a:solidFill>
                  <a:srgbClr val="0B1F33"/>
                </a:solidFill>
                <a:latin typeface="Arial"/>
                <a:ea typeface="Arial"/>
                <a:cs typeface="Arial"/>
              </a:defRPr>
            </a:lvl3pPr>
            <a:lvl4pPr>
              <a:defRPr sz="1575" b="1">
                <a:solidFill>
                  <a:srgbClr val="0B1F33"/>
                </a:solidFill>
                <a:latin typeface="Arial"/>
                <a:ea typeface="Arial"/>
                <a:cs typeface="Arial"/>
              </a:defRPr>
            </a:lvl4pPr>
            <a:lvl5pPr>
              <a:defRPr sz="1575" b="1">
                <a:solidFill>
                  <a:srgbClr val="0B1F33"/>
                </a:solidFill>
                <a:latin typeface="Arial"/>
                <a:ea typeface="Arial"/>
                <a:cs typeface="Arial"/>
              </a:defRPr>
            </a:lvl5pPr>
            <a:lvl6pPr>
              <a:defRPr sz="1575" b="1">
                <a:solidFill>
                  <a:srgbClr val="0B1F33"/>
                </a:solidFill>
                <a:latin typeface="Arial"/>
                <a:ea typeface="Arial"/>
                <a:cs typeface="Arial"/>
              </a:defRPr>
            </a:lvl6pPr>
            <a:lvl7pPr>
              <a:defRPr sz="1575" b="1">
                <a:solidFill>
                  <a:srgbClr val="0B1F33"/>
                </a:solidFill>
                <a:latin typeface="Arial"/>
                <a:ea typeface="Arial"/>
                <a:cs typeface="Arial"/>
              </a:defRPr>
            </a:lvl7pPr>
            <a:lvl8pPr>
              <a:defRPr sz="1575" b="1">
                <a:solidFill>
                  <a:srgbClr val="0B1F33"/>
                </a:solidFill>
                <a:latin typeface="Arial"/>
                <a:ea typeface="Arial"/>
                <a:cs typeface="Arial"/>
              </a:defRPr>
            </a:lvl8pPr>
            <a:lvl9pPr>
              <a:defRPr sz="1575" b="1">
                <a:solidFill>
                  <a:srgbClr val="0B1F33"/>
                </a:solidFill>
                <a:latin typeface="Arial"/>
                <a:ea typeface="Arial"/>
                <a:cs typeface="Arial"/>
              </a:defRPr>
            </a:lvl9pPr>
          </a:lstStyle>
          <a:p xmlns:a="http://schemas.openxmlformats.org/drawingml/2006/main">
            <a:pPr>
              <a:defRPr sz="1575" b="1">
                <a:solidFill>
                  <a:srgbClr val="0B1F33"/>
                </a:solidFill>
                <a:latin typeface="Arial"/>
                <a:ea typeface="Arial"/>
                <a:cs typeface="Arial"/>
              </a:defRPr>
            </a:pPr>
            <a:r>
              <a:rPr sz="1575" b="1">
                <a:solidFill>
                  <a:srgbClr val="0B1F33"/>
                </a:solidFill>
                <a:latin typeface="Arial"/>
                <a:ea typeface="Arial"/>
                <a:cs typeface="Arial"/>
              </a:rPr>
              <a:t>Feature extraction</a:t>
            </a:r>
          </a:p>
        </p:txBody>
      </p:sp>
      <p:sp>
        <p:nvSpPr>
          <p:cNvPr id="14" name="">
            <a:extLst xmlns:a="http://schemas.openxmlformats.org/drawingml/2006/main">
              <a:ext uri="{FF2B5EF4-FFF2-40B4-BE49-F238E27FC236}">
                <a16:creationId xmlns:a16="http://schemas.microsoft.com/office/drawing/2014/main" id="{B452D7A7-9106-4109-9EB9-3853CA96328D}"/>
              </a:ext>
            </a:extLst>
          </p:cNvPr>
          <p:cNvSpPr>
            <a:spLocks xmlns:a="http://schemas.openxmlformats.org/drawingml/2006/main" noGrp="1"/>
          </p:cNvSpPr>
          <p:nvPr/>
        </p:nvSpPr>
        <p:spPr>
          <a:xfrm xmlns:a="http://schemas.openxmlformats.org/drawingml/2006/main">
            <a:off x="3505200" y="3905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16 time and frequency features</a:t>
            </a:r>
          </a:p>
        </p:txBody>
      </p:sp>
      <p:sp>
        <p:nvSpPr>
          <p:cNvPr id="15" name="">
            <a:extLst xmlns:a="http://schemas.openxmlformats.org/drawingml/2006/main">
              <a:ext uri="{FF2B5EF4-FFF2-40B4-BE49-F238E27FC236}">
                <a16:creationId xmlns:a16="http://schemas.microsoft.com/office/drawing/2014/main" id="{E30DD34F-2A13-4932-93B0-09DE3A84F1B9}"/>
              </a:ext>
            </a:extLst>
          </p:cNvPr>
          <p:cNvSpPr>
            <a:spLocks xmlns:a="http://schemas.openxmlformats.org/drawingml/2006/main" noGrp="1"/>
          </p:cNvSpPr>
          <p:nvPr/>
        </p:nvSpPr>
        <p:spPr>
          <a:xfrm xmlns:a="http://schemas.openxmlformats.org/drawingml/2006/main">
            <a:off x="5543550" y="3305175"/>
            <a:ext cx="30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48606F"/>
                </a:solidFill>
                <a:latin typeface="Arial"/>
                <a:ea typeface="Arial"/>
                <a:cs typeface="Arial"/>
              </a:defRPr>
            </a:defPPr>
            <a:lvl1pPr>
              <a:defRPr sz="2025" b="1">
                <a:solidFill>
                  <a:srgbClr val="48606F"/>
                </a:solidFill>
                <a:latin typeface="Arial"/>
                <a:ea typeface="Arial"/>
                <a:cs typeface="Arial"/>
              </a:defRPr>
            </a:lvl1pPr>
            <a:lvl2pPr>
              <a:defRPr sz="2025" b="1">
                <a:solidFill>
                  <a:srgbClr val="48606F"/>
                </a:solidFill>
                <a:latin typeface="Arial"/>
                <a:ea typeface="Arial"/>
                <a:cs typeface="Arial"/>
              </a:defRPr>
            </a:lvl2pPr>
            <a:lvl3pPr>
              <a:defRPr sz="2025" b="1">
                <a:solidFill>
                  <a:srgbClr val="48606F"/>
                </a:solidFill>
                <a:latin typeface="Arial"/>
                <a:ea typeface="Arial"/>
                <a:cs typeface="Arial"/>
              </a:defRPr>
            </a:lvl3pPr>
            <a:lvl4pPr>
              <a:defRPr sz="2025" b="1">
                <a:solidFill>
                  <a:srgbClr val="48606F"/>
                </a:solidFill>
                <a:latin typeface="Arial"/>
                <a:ea typeface="Arial"/>
                <a:cs typeface="Arial"/>
              </a:defRPr>
            </a:lvl4pPr>
            <a:lvl5pPr>
              <a:defRPr sz="2025" b="1">
                <a:solidFill>
                  <a:srgbClr val="48606F"/>
                </a:solidFill>
                <a:latin typeface="Arial"/>
                <a:ea typeface="Arial"/>
                <a:cs typeface="Arial"/>
              </a:defRPr>
            </a:lvl5pPr>
            <a:lvl6pPr>
              <a:defRPr sz="2025" b="1">
                <a:solidFill>
                  <a:srgbClr val="48606F"/>
                </a:solidFill>
                <a:latin typeface="Arial"/>
                <a:ea typeface="Arial"/>
                <a:cs typeface="Arial"/>
              </a:defRPr>
            </a:lvl6pPr>
            <a:lvl7pPr>
              <a:defRPr sz="2025" b="1">
                <a:solidFill>
                  <a:srgbClr val="48606F"/>
                </a:solidFill>
                <a:latin typeface="Arial"/>
                <a:ea typeface="Arial"/>
                <a:cs typeface="Arial"/>
              </a:defRPr>
            </a:lvl7pPr>
            <a:lvl8pPr>
              <a:defRPr sz="2025" b="1">
                <a:solidFill>
                  <a:srgbClr val="48606F"/>
                </a:solidFill>
                <a:latin typeface="Arial"/>
                <a:ea typeface="Arial"/>
                <a:cs typeface="Arial"/>
              </a:defRPr>
            </a:lvl8pPr>
            <a:lvl9pPr>
              <a:defRPr sz="2025" b="1">
                <a:solidFill>
                  <a:srgbClr val="48606F"/>
                </a:solidFill>
                <a:latin typeface="Arial"/>
                <a:ea typeface="Arial"/>
                <a:cs typeface="Arial"/>
              </a:defRPr>
            </a:lvl9pPr>
          </a:lstStyle>
          <a:p xmlns:a="http://schemas.openxmlformats.org/drawingml/2006/main">
            <a:pPr>
              <a:defRPr sz="2025" b="1">
                <a:solidFill>
                  <a:srgbClr val="48606F"/>
                </a:solidFill>
                <a:latin typeface="Arial"/>
                <a:ea typeface="Arial"/>
                <a:cs typeface="Arial"/>
              </a:defRPr>
            </a:pPr>
            <a:r>
              <a:rPr sz="2025" b="1">
                <a:solidFill>
                  <a:srgbClr val="48606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D03A1131-4141-4961-A4EB-0A0BF9D46979}"/>
              </a:ext>
            </a:extLst>
          </p:cNvPr>
          <p:cNvSpPr>
            <a:spLocks xmlns:a="http://schemas.openxmlformats.org/drawingml/2006/main" noGrp="1"/>
          </p:cNvSpPr>
          <p:nvPr/>
        </p:nvSpPr>
        <p:spPr>
          <a:xfrm xmlns:a="http://schemas.openxmlformats.org/drawingml/2006/main">
            <a:off x="5943600" y="2419350"/>
            <a:ext cx="2171700" cy="219075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B905E22-9ED3-4624-BE60-C3AD85A3DD9E}"/>
              </a:ext>
            </a:extLst>
          </p:cNvPr>
          <p:cNvSpPr>
            <a:spLocks xmlns:a="http://schemas.openxmlformats.org/drawingml/2006/main" noGrp="1"/>
          </p:cNvSpPr>
          <p:nvPr/>
        </p:nvSpPr>
        <p:spPr>
          <a:xfrm xmlns:a="http://schemas.openxmlformats.org/drawingml/2006/main">
            <a:off x="6134100" y="2609850"/>
            <a:ext cx="438150" cy="438150"/>
          </a:xfrm>
          <a:prstGeom xmlns:a="http://schemas.openxmlformats.org/drawingml/2006/main" prst="roundRect">
            <a:avLst>
              <a:gd name="adj" fmla="val 17391"/>
            </a:avLst>
          </a:prstGeom>
          <a:solidFill xmlns:a="http://schemas.openxmlformats.org/drawingml/2006/main">
            <a:srgbClr val="F47C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D854E3-F841-47F2-BF7B-EE524BACDF8F}"/>
              </a:ext>
            </a:extLst>
          </p:cNvPr>
          <p:cNvSpPr>
            <a:spLocks xmlns:a="http://schemas.openxmlformats.org/drawingml/2006/main" noGrp="1"/>
          </p:cNvSpPr>
          <p:nvPr/>
        </p:nvSpPr>
        <p:spPr>
          <a:xfrm xmlns:a="http://schemas.openxmlformats.org/drawingml/2006/main">
            <a:off x="6134100" y="26765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16770BEE-984F-42F4-9858-8B526272F389}"/>
              </a:ext>
            </a:extLst>
          </p:cNvPr>
          <p:cNvSpPr>
            <a:spLocks xmlns:a="http://schemas.openxmlformats.org/drawingml/2006/main" noGrp="1"/>
          </p:cNvSpPr>
          <p:nvPr/>
        </p:nvSpPr>
        <p:spPr>
          <a:xfrm xmlns:a="http://schemas.openxmlformats.org/drawingml/2006/main">
            <a:off x="6134100" y="3295650"/>
            <a:ext cx="1790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F33"/>
                </a:solidFill>
                <a:latin typeface="Arial"/>
                <a:ea typeface="Arial"/>
                <a:cs typeface="Arial"/>
              </a:defRPr>
            </a:defPPr>
            <a:lvl1pPr>
              <a:defRPr sz="1575" b="1">
                <a:solidFill>
                  <a:srgbClr val="0B1F33"/>
                </a:solidFill>
                <a:latin typeface="Arial"/>
                <a:ea typeface="Arial"/>
                <a:cs typeface="Arial"/>
              </a:defRPr>
            </a:lvl1pPr>
            <a:lvl2pPr>
              <a:defRPr sz="1575" b="1">
                <a:solidFill>
                  <a:srgbClr val="0B1F33"/>
                </a:solidFill>
                <a:latin typeface="Arial"/>
                <a:ea typeface="Arial"/>
                <a:cs typeface="Arial"/>
              </a:defRPr>
            </a:lvl2pPr>
            <a:lvl3pPr>
              <a:defRPr sz="1575" b="1">
                <a:solidFill>
                  <a:srgbClr val="0B1F33"/>
                </a:solidFill>
                <a:latin typeface="Arial"/>
                <a:ea typeface="Arial"/>
                <a:cs typeface="Arial"/>
              </a:defRPr>
            </a:lvl3pPr>
            <a:lvl4pPr>
              <a:defRPr sz="1575" b="1">
                <a:solidFill>
                  <a:srgbClr val="0B1F33"/>
                </a:solidFill>
                <a:latin typeface="Arial"/>
                <a:ea typeface="Arial"/>
                <a:cs typeface="Arial"/>
              </a:defRPr>
            </a:lvl4pPr>
            <a:lvl5pPr>
              <a:defRPr sz="1575" b="1">
                <a:solidFill>
                  <a:srgbClr val="0B1F33"/>
                </a:solidFill>
                <a:latin typeface="Arial"/>
                <a:ea typeface="Arial"/>
                <a:cs typeface="Arial"/>
              </a:defRPr>
            </a:lvl5pPr>
            <a:lvl6pPr>
              <a:defRPr sz="1575" b="1">
                <a:solidFill>
                  <a:srgbClr val="0B1F33"/>
                </a:solidFill>
                <a:latin typeface="Arial"/>
                <a:ea typeface="Arial"/>
                <a:cs typeface="Arial"/>
              </a:defRPr>
            </a:lvl6pPr>
            <a:lvl7pPr>
              <a:defRPr sz="1575" b="1">
                <a:solidFill>
                  <a:srgbClr val="0B1F33"/>
                </a:solidFill>
                <a:latin typeface="Arial"/>
                <a:ea typeface="Arial"/>
                <a:cs typeface="Arial"/>
              </a:defRPr>
            </a:lvl7pPr>
            <a:lvl8pPr>
              <a:defRPr sz="1575" b="1">
                <a:solidFill>
                  <a:srgbClr val="0B1F33"/>
                </a:solidFill>
                <a:latin typeface="Arial"/>
                <a:ea typeface="Arial"/>
                <a:cs typeface="Arial"/>
              </a:defRPr>
            </a:lvl8pPr>
            <a:lvl9pPr>
              <a:defRPr sz="1575" b="1">
                <a:solidFill>
                  <a:srgbClr val="0B1F33"/>
                </a:solidFill>
                <a:latin typeface="Arial"/>
                <a:ea typeface="Arial"/>
                <a:cs typeface="Arial"/>
              </a:defRPr>
            </a:lvl9pPr>
          </a:lstStyle>
          <a:p xmlns:a="http://schemas.openxmlformats.org/drawingml/2006/main">
            <a:pPr>
              <a:defRPr sz="1575" b="1">
                <a:solidFill>
                  <a:srgbClr val="0B1F33"/>
                </a:solidFill>
                <a:latin typeface="Arial"/>
                <a:ea typeface="Arial"/>
                <a:cs typeface="Arial"/>
              </a:defRPr>
            </a:pPr>
            <a:r>
              <a:rPr sz="1575" b="1">
                <a:solidFill>
                  <a:srgbClr val="0B1F33"/>
                </a:solidFill>
                <a:latin typeface="Arial"/>
                <a:ea typeface="Arial"/>
                <a:cs typeface="Arial"/>
              </a:rPr>
              <a:t>Random Forest</a:t>
            </a:r>
          </a:p>
        </p:txBody>
      </p:sp>
      <p:sp>
        <p:nvSpPr>
          <p:cNvPr id="20" name="">
            <a:extLst xmlns:a="http://schemas.openxmlformats.org/drawingml/2006/main">
              <a:ext uri="{FF2B5EF4-FFF2-40B4-BE49-F238E27FC236}">
                <a16:creationId xmlns:a16="http://schemas.microsoft.com/office/drawing/2014/main" id="{855526EC-5B8F-4D2C-B078-2044FAF292EF}"/>
              </a:ext>
            </a:extLst>
          </p:cNvPr>
          <p:cNvSpPr>
            <a:spLocks xmlns:a="http://schemas.openxmlformats.org/drawingml/2006/main" noGrp="1"/>
          </p:cNvSpPr>
          <p:nvPr/>
        </p:nvSpPr>
        <p:spPr>
          <a:xfrm xmlns:a="http://schemas.openxmlformats.org/drawingml/2006/main">
            <a:off x="6134100" y="3905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200 trees, balanced classes</a:t>
            </a:r>
          </a:p>
        </p:txBody>
      </p:sp>
      <p:sp>
        <p:nvSpPr>
          <p:cNvPr id="21" name="">
            <a:extLst xmlns:a="http://schemas.openxmlformats.org/drawingml/2006/main">
              <a:ext uri="{FF2B5EF4-FFF2-40B4-BE49-F238E27FC236}">
                <a16:creationId xmlns:a16="http://schemas.microsoft.com/office/drawing/2014/main" id="{4CAC18AB-B6FC-43F3-B1D8-02EAF7D849DA}"/>
              </a:ext>
            </a:extLst>
          </p:cNvPr>
          <p:cNvSpPr>
            <a:spLocks xmlns:a="http://schemas.openxmlformats.org/drawingml/2006/main" noGrp="1"/>
          </p:cNvSpPr>
          <p:nvPr/>
        </p:nvSpPr>
        <p:spPr>
          <a:xfrm xmlns:a="http://schemas.openxmlformats.org/drawingml/2006/main">
            <a:off x="8172450" y="3305175"/>
            <a:ext cx="30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48606F"/>
                </a:solidFill>
                <a:latin typeface="Arial"/>
                <a:ea typeface="Arial"/>
                <a:cs typeface="Arial"/>
              </a:defRPr>
            </a:defPPr>
            <a:lvl1pPr>
              <a:defRPr sz="2025" b="1">
                <a:solidFill>
                  <a:srgbClr val="48606F"/>
                </a:solidFill>
                <a:latin typeface="Arial"/>
                <a:ea typeface="Arial"/>
                <a:cs typeface="Arial"/>
              </a:defRPr>
            </a:lvl1pPr>
            <a:lvl2pPr>
              <a:defRPr sz="2025" b="1">
                <a:solidFill>
                  <a:srgbClr val="48606F"/>
                </a:solidFill>
                <a:latin typeface="Arial"/>
                <a:ea typeface="Arial"/>
                <a:cs typeface="Arial"/>
              </a:defRPr>
            </a:lvl2pPr>
            <a:lvl3pPr>
              <a:defRPr sz="2025" b="1">
                <a:solidFill>
                  <a:srgbClr val="48606F"/>
                </a:solidFill>
                <a:latin typeface="Arial"/>
                <a:ea typeface="Arial"/>
                <a:cs typeface="Arial"/>
              </a:defRPr>
            </a:lvl3pPr>
            <a:lvl4pPr>
              <a:defRPr sz="2025" b="1">
                <a:solidFill>
                  <a:srgbClr val="48606F"/>
                </a:solidFill>
                <a:latin typeface="Arial"/>
                <a:ea typeface="Arial"/>
                <a:cs typeface="Arial"/>
              </a:defRPr>
            </a:lvl4pPr>
            <a:lvl5pPr>
              <a:defRPr sz="2025" b="1">
                <a:solidFill>
                  <a:srgbClr val="48606F"/>
                </a:solidFill>
                <a:latin typeface="Arial"/>
                <a:ea typeface="Arial"/>
                <a:cs typeface="Arial"/>
              </a:defRPr>
            </a:lvl5pPr>
            <a:lvl6pPr>
              <a:defRPr sz="2025" b="1">
                <a:solidFill>
                  <a:srgbClr val="48606F"/>
                </a:solidFill>
                <a:latin typeface="Arial"/>
                <a:ea typeface="Arial"/>
                <a:cs typeface="Arial"/>
              </a:defRPr>
            </a:lvl6pPr>
            <a:lvl7pPr>
              <a:defRPr sz="2025" b="1">
                <a:solidFill>
                  <a:srgbClr val="48606F"/>
                </a:solidFill>
                <a:latin typeface="Arial"/>
                <a:ea typeface="Arial"/>
                <a:cs typeface="Arial"/>
              </a:defRPr>
            </a:lvl7pPr>
            <a:lvl8pPr>
              <a:defRPr sz="2025" b="1">
                <a:solidFill>
                  <a:srgbClr val="48606F"/>
                </a:solidFill>
                <a:latin typeface="Arial"/>
                <a:ea typeface="Arial"/>
                <a:cs typeface="Arial"/>
              </a:defRPr>
            </a:lvl8pPr>
            <a:lvl9pPr>
              <a:defRPr sz="2025" b="1">
                <a:solidFill>
                  <a:srgbClr val="48606F"/>
                </a:solidFill>
                <a:latin typeface="Arial"/>
                <a:ea typeface="Arial"/>
                <a:cs typeface="Arial"/>
              </a:defRPr>
            </a:lvl9pPr>
          </a:lstStyle>
          <a:p xmlns:a="http://schemas.openxmlformats.org/drawingml/2006/main">
            <a:pPr>
              <a:defRPr sz="2025" b="1">
                <a:solidFill>
                  <a:srgbClr val="48606F"/>
                </a:solidFill>
                <a:latin typeface="Arial"/>
                <a:ea typeface="Arial"/>
                <a:cs typeface="Arial"/>
              </a:defRPr>
            </a:pPr>
            <a:r>
              <a:rPr sz="2025" b="1">
                <a:solidFill>
                  <a:srgbClr val="48606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2756AF2C-DB46-4460-B23D-EBF9958EA146}"/>
              </a:ext>
            </a:extLst>
          </p:cNvPr>
          <p:cNvSpPr>
            <a:spLocks xmlns:a="http://schemas.openxmlformats.org/drawingml/2006/main" noGrp="1"/>
          </p:cNvSpPr>
          <p:nvPr/>
        </p:nvSpPr>
        <p:spPr>
          <a:xfrm xmlns:a="http://schemas.openxmlformats.org/drawingml/2006/main">
            <a:off x="8572500" y="2419350"/>
            <a:ext cx="2171700" cy="219075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16370E0-5C31-4A73-B456-7E712333F2D4}"/>
              </a:ext>
            </a:extLst>
          </p:cNvPr>
          <p:cNvSpPr>
            <a:spLocks xmlns:a="http://schemas.openxmlformats.org/drawingml/2006/main" noGrp="1"/>
          </p:cNvSpPr>
          <p:nvPr/>
        </p:nvSpPr>
        <p:spPr>
          <a:xfrm xmlns:a="http://schemas.openxmlformats.org/drawingml/2006/main">
            <a:off x="8763000" y="2609850"/>
            <a:ext cx="438150" cy="438150"/>
          </a:xfrm>
          <a:prstGeom xmlns:a="http://schemas.openxmlformats.org/drawingml/2006/main" prst="roundRect">
            <a:avLst>
              <a:gd name="adj" fmla="val 17391"/>
            </a:avLst>
          </a:prstGeom>
          <a:solidFill xmlns:a="http://schemas.openxmlformats.org/drawingml/2006/main">
            <a:srgbClr val="0B1F3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57B75E9-5988-40F6-94DE-4C4BD49C199C}"/>
              </a:ext>
            </a:extLst>
          </p:cNvPr>
          <p:cNvSpPr>
            <a:spLocks xmlns:a="http://schemas.openxmlformats.org/drawingml/2006/main" noGrp="1"/>
          </p:cNvSpPr>
          <p:nvPr/>
        </p:nvSpPr>
        <p:spPr>
          <a:xfrm xmlns:a="http://schemas.openxmlformats.org/drawingml/2006/main">
            <a:off x="8763000" y="26765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7FAB632E-7203-4DA2-A031-E7CFB8E619FF}"/>
              </a:ext>
            </a:extLst>
          </p:cNvPr>
          <p:cNvSpPr>
            <a:spLocks xmlns:a="http://schemas.openxmlformats.org/drawingml/2006/main" noGrp="1"/>
          </p:cNvSpPr>
          <p:nvPr/>
        </p:nvSpPr>
        <p:spPr>
          <a:xfrm xmlns:a="http://schemas.openxmlformats.org/drawingml/2006/main">
            <a:off x="8763000" y="3295650"/>
            <a:ext cx="1790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F33"/>
                </a:solidFill>
                <a:latin typeface="Arial"/>
                <a:ea typeface="Arial"/>
                <a:cs typeface="Arial"/>
              </a:defRPr>
            </a:defPPr>
            <a:lvl1pPr>
              <a:defRPr sz="1575" b="1">
                <a:solidFill>
                  <a:srgbClr val="0B1F33"/>
                </a:solidFill>
                <a:latin typeface="Arial"/>
                <a:ea typeface="Arial"/>
                <a:cs typeface="Arial"/>
              </a:defRPr>
            </a:lvl1pPr>
            <a:lvl2pPr>
              <a:defRPr sz="1575" b="1">
                <a:solidFill>
                  <a:srgbClr val="0B1F33"/>
                </a:solidFill>
                <a:latin typeface="Arial"/>
                <a:ea typeface="Arial"/>
                <a:cs typeface="Arial"/>
              </a:defRPr>
            </a:lvl2pPr>
            <a:lvl3pPr>
              <a:defRPr sz="1575" b="1">
                <a:solidFill>
                  <a:srgbClr val="0B1F33"/>
                </a:solidFill>
                <a:latin typeface="Arial"/>
                <a:ea typeface="Arial"/>
                <a:cs typeface="Arial"/>
              </a:defRPr>
            </a:lvl3pPr>
            <a:lvl4pPr>
              <a:defRPr sz="1575" b="1">
                <a:solidFill>
                  <a:srgbClr val="0B1F33"/>
                </a:solidFill>
                <a:latin typeface="Arial"/>
                <a:ea typeface="Arial"/>
                <a:cs typeface="Arial"/>
              </a:defRPr>
            </a:lvl4pPr>
            <a:lvl5pPr>
              <a:defRPr sz="1575" b="1">
                <a:solidFill>
                  <a:srgbClr val="0B1F33"/>
                </a:solidFill>
                <a:latin typeface="Arial"/>
                <a:ea typeface="Arial"/>
                <a:cs typeface="Arial"/>
              </a:defRPr>
            </a:lvl5pPr>
            <a:lvl6pPr>
              <a:defRPr sz="1575" b="1">
                <a:solidFill>
                  <a:srgbClr val="0B1F33"/>
                </a:solidFill>
                <a:latin typeface="Arial"/>
                <a:ea typeface="Arial"/>
                <a:cs typeface="Arial"/>
              </a:defRPr>
            </a:lvl6pPr>
            <a:lvl7pPr>
              <a:defRPr sz="1575" b="1">
                <a:solidFill>
                  <a:srgbClr val="0B1F33"/>
                </a:solidFill>
                <a:latin typeface="Arial"/>
                <a:ea typeface="Arial"/>
                <a:cs typeface="Arial"/>
              </a:defRPr>
            </a:lvl7pPr>
            <a:lvl8pPr>
              <a:defRPr sz="1575" b="1">
                <a:solidFill>
                  <a:srgbClr val="0B1F33"/>
                </a:solidFill>
                <a:latin typeface="Arial"/>
                <a:ea typeface="Arial"/>
                <a:cs typeface="Arial"/>
              </a:defRPr>
            </a:lvl8pPr>
            <a:lvl9pPr>
              <a:defRPr sz="1575" b="1">
                <a:solidFill>
                  <a:srgbClr val="0B1F33"/>
                </a:solidFill>
                <a:latin typeface="Arial"/>
                <a:ea typeface="Arial"/>
                <a:cs typeface="Arial"/>
              </a:defRPr>
            </a:lvl9pPr>
          </a:lstStyle>
          <a:p xmlns:a="http://schemas.openxmlformats.org/drawingml/2006/main">
            <a:pPr>
              <a:defRPr sz="1575" b="1">
                <a:solidFill>
                  <a:srgbClr val="0B1F33"/>
                </a:solidFill>
                <a:latin typeface="Arial"/>
                <a:ea typeface="Arial"/>
                <a:cs typeface="Arial"/>
              </a:defRPr>
            </a:pPr>
            <a:r>
              <a:rPr sz="1575" b="1">
                <a:solidFill>
                  <a:srgbClr val="0B1F33"/>
                </a:solidFill>
                <a:latin typeface="Arial"/>
                <a:ea typeface="Arial"/>
                <a:cs typeface="Arial"/>
              </a:rPr>
              <a:t>Diagnostic record</a:t>
            </a:r>
          </a:p>
        </p:txBody>
      </p:sp>
      <p:sp>
        <p:nvSpPr>
          <p:cNvPr id="26" name="">
            <a:extLst xmlns:a="http://schemas.openxmlformats.org/drawingml/2006/main">
              <a:ext uri="{FF2B5EF4-FFF2-40B4-BE49-F238E27FC236}">
                <a16:creationId xmlns:a16="http://schemas.microsoft.com/office/drawing/2014/main" id="{32B24EC4-DB30-45C8-9A4A-7D5FD7A8C400}"/>
              </a:ext>
            </a:extLst>
          </p:cNvPr>
          <p:cNvSpPr>
            <a:spLocks xmlns:a="http://schemas.openxmlformats.org/drawingml/2006/main" noGrp="1"/>
          </p:cNvSpPr>
          <p:nvPr/>
        </p:nvSpPr>
        <p:spPr>
          <a:xfrm xmlns:a="http://schemas.openxmlformats.org/drawingml/2006/main">
            <a:off x="8763000" y="3905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class, confidence, evidence</a:t>
            </a:r>
          </a:p>
        </p:txBody>
      </p:sp>
      <p:sp>
        <p:nvSpPr>
          <p:cNvPr id="27" name="">
            <a:extLst xmlns:a="http://schemas.openxmlformats.org/drawingml/2006/main">
              <a:ext uri="{FF2B5EF4-FFF2-40B4-BE49-F238E27FC236}">
                <a16:creationId xmlns:a16="http://schemas.microsoft.com/office/drawing/2014/main" id="{150F7655-5CD6-4246-B6CF-3E87ABD6A7CA}"/>
              </a:ext>
            </a:extLst>
          </p:cNvPr>
          <p:cNvSpPr>
            <a:spLocks xmlns:a="http://schemas.openxmlformats.org/drawingml/2006/main" noGrp="1"/>
          </p:cNvSpPr>
          <p:nvPr/>
        </p:nvSpPr>
        <p:spPr>
          <a:xfrm xmlns:a="http://schemas.openxmlformats.org/drawingml/2006/main">
            <a:off x="685800" y="53340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47C20"/>
                </a:solidFill>
                <a:latin typeface="Arial"/>
                <a:ea typeface="Arial"/>
                <a:cs typeface="Arial"/>
              </a:defRPr>
            </a:defPPr>
            <a:lvl1pPr>
              <a:defRPr sz="1350" b="1">
                <a:solidFill>
                  <a:srgbClr val="F47C20"/>
                </a:solidFill>
                <a:latin typeface="Arial"/>
                <a:ea typeface="Arial"/>
                <a:cs typeface="Arial"/>
              </a:defRPr>
            </a:lvl1pPr>
            <a:lvl2pPr>
              <a:defRPr sz="1350" b="1">
                <a:solidFill>
                  <a:srgbClr val="F47C20"/>
                </a:solidFill>
                <a:latin typeface="Arial"/>
                <a:ea typeface="Arial"/>
                <a:cs typeface="Arial"/>
              </a:defRPr>
            </a:lvl2pPr>
            <a:lvl3pPr>
              <a:defRPr sz="1350" b="1">
                <a:solidFill>
                  <a:srgbClr val="F47C20"/>
                </a:solidFill>
                <a:latin typeface="Arial"/>
                <a:ea typeface="Arial"/>
                <a:cs typeface="Arial"/>
              </a:defRPr>
            </a:lvl3pPr>
            <a:lvl4pPr>
              <a:defRPr sz="1350" b="1">
                <a:solidFill>
                  <a:srgbClr val="F47C20"/>
                </a:solidFill>
                <a:latin typeface="Arial"/>
                <a:ea typeface="Arial"/>
                <a:cs typeface="Arial"/>
              </a:defRPr>
            </a:lvl4pPr>
            <a:lvl5pPr>
              <a:defRPr sz="1350" b="1">
                <a:solidFill>
                  <a:srgbClr val="F47C20"/>
                </a:solidFill>
                <a:latin typeface="Arial"/>
                <a:ea typeface="Arial"/>
                <a:cs typeface="Arial"/>
              </a:defRPr>
            </a:lvl5pPr>
            <a:lvl6pPr>
              <a:defRPr sz="1350" b="1">
                <a:solidFill>
                  <a:srgbClr val="F47C20"/>
                </a:solidFill>
                <a:latin typeface="Arial"/>
                <a:ea typeface="Arial"/>
                <a:cs typeface="Arial"/>
              </a:defRPr>
            </a:lvl6pPr>
            <a:lvl7pPr>
              <a:defRPr sz="1350" b="1">
                <a:solidFill>
                  <a:srgbClr val="F47C20"/>
                </a:solidFill>
                <a:latin typeface="Arial"/>
                <a:ea typeface="Arial"/>
                <a:cs typeface="Arial"/>
              </a:defRPr>
            </a:lvl7pPr>
            <a:lvl8pPr>
              <a:defRPr sz="1350" b="1">
                <a:solidFill>
                  <a:srgbClr val="F47C20"/>
                </a:solidFill>
                <a:latin typeface="Arial"/>
                <a:ea typeface="Arial"/>
                <a:cs typeface="Arial"/>
              </a:defRPr>
            </a:lvl8pPr>
            <a:lvl9pPr>
              <a:defRPr sz="1350" b="1">
                <a:solidFill>
                  <a:srgbClr val="F47C20"/>
                </a:solidFill>
                <a:latin typeface="Arial"/>
                <a:ea typeface="Arial"/>
                <a:cs typeface="Arial"/>
              </a:defRPr>
            </a:lvl9pPr>
          </a:lstStyle>
          <a:p xmlns:a="http://schemas.openxmlformats.org/drawingml/2006/main">
            <a:pPr>
              <a:defRPr sz="1350" b="1">
                <a:solidFill>
                  <a:srgbClr val="F47C20"/>
                </a:solidFill>
                <a:latin typeface="Arial"/>
                <a:ea typeface="Arial"/>
                <a:cs typeface="Arial"/>
              </a:defRPr>
            </a:pPr>
            <a:r>
              <a:rPr sz="1350" b="1">
                <a:solidFill>
                  <a:srgbClr val="F47C20"/>
                </a:solidFill>
                <a:latin typeface="Arial"/>
                <a:ea typeface="Arial"/>
                <a:cs typeface="Arial"/>
              </a:rPr>
              <a:t>Input contract check: exact sample count and sampling frequency required. Invalid inputs return SENSOR_DATA_INVALID rather than a prediction.</a:t>
            </a:r>
          </a:p>
        </p:txBody>
      </p:sp>
      <p:sp>
        <p:nvSpPr>
          <p:cNvPr id="28" name="">
            <a:extLst xmlns:a="http://schemas.openxmlformats.org/drawingml/2006/main">
              <a:ext uri="{FF2B5EF4-FFF2-40B4-BE49-F238E27FC236}">
                <a16:creationId xmlns:a16="http://schemas.microsoft.com/office/drawing/2014/main" id="{834AD908-56FB-4814-A1BB-209A3C23ED60}"/>
              </a:ext>
            </a:extLst>
          </p:cNvPr>
          <p:cNvSpPr>
            <a:spLocks xmlns:a="http://schemas.openxmlformats.org/drawingml/2006/main" noGrp="1"/>
          </p:cNvSpPr>
          <p:nvPr/>
        </p:nvSpPr>
        <p:spPr>
          <a:xfrm xmlns:a="http://schemas.openxmlformats.org/drawingml/2006/main">
            <a:off x="685800" y="64960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8606F"/>
                </a:solidFill>
                <a:latin typeface="Arial"/>
                <a:ea typeface="Arial"/>
                <a:cs typeface="Arial"/>
              </a:defRPr>
            </a:defPPr>
            <a:lvl1pPr>
              <a:defRPr sz="900" b="0">
                <a:solidFill>
                  <a:srgbClr val="48606F"/>
                </a:solidFill>
                <a:latin typeface="Arial"/>
                <a:ea typeface="Arial"/>
                <a:cs typeface="Arial"/>
              </a:defRPr>
            </a:lvl1pPr>
            <a:lvl2pPr>
              <a:defRPr sz="900" b="0">
                <a:solidFill>
                  <a:srgbClr val="48606F"/>
                </a:solidFill>
                <a:latin typeface="Arial"/>
                <a:ea typeface="Arial"/>
                <a:cs typeface="Arial"/>
              </a:defRPr>
            </a:lvl2pPr>
            <a:lvl3pPr>
              <a:defRPr sz="900" b="0">
                <a:solidFill>
                  <a:srgbClr val="48606F"/>
                </a:solidFill>
                <a:latin typeface="Arial"/>
                <a:ea typeface="Arial"/>
                <a:cs typeface="Arial"/>
              </a:defRPr>
            </a:lvl3pPr>
            <a:lvl4pPr>
              <a:defRPr sz="900" b="0">
                <a:solidFill>
                  <a:srgbClr val="48606F"/>
                </a:solidFill>
                <a:latin typeface="Arial"/>
                <a:ea typeface="Arial"/>
                <a:cs typeface="Arial"/>
              </a:defRPr>
            </a:lvl4pPr>
            <a:lvl5pPr>
              <a:defRPr sz="900" b="0">
                <a:solidFill>
                  <a:srgbClr val="48606F"/>
                </a:solidFill>
                <a:latin typeface="Arial"/>
                <a:ea typeface="Arial"/>
                <a:cs typeface="Arial"/>
              </a:defRPr>
            </a:lvl5pPr>
            <a:lvl6pPr>
              <a:defRPr sz="900" b="0">
                <a:solidFill>
                  <a:srgbClr val="48606F"/>
                </a:solidFill>
                <a:latin typeface="Arial"/>
                <a:ea typeface="Arial"/>
                <a:cs typeface="Arial"/>
              </a:defRPr>
            </a:lvl6pPr>
            <a:lvl7pPr>
              <a:defRPr sz="900" b="0">
                <a:solidFill>
                  <a:srgbClr val="48606F"/>
                </a:solidFill>
                <a:latin typeface="Arial"/>
                <a:ea typeface="Arial"/>
                <a:cs typeface="Arial"/>
              </a:defRPr>
            </a:lvl7pPr>
            <a:lvl8pPr>
              <a:defRPr sz="900" b="0">
                <a:solidFill>
                  <a:srgbClr val="48606F"/>
                </a:solidFill>
                <a:latin typeface="Arial"/>
                <a:ea typeface="Arial"/>
                <a:cs typeface="Arial"/>
              </a:defRPr>
            </a:lvl8pPr>
            <a:lvl9pPr>
              <a:defRPr sz="900" b="0">
                <a:solidFill>
                  <a:srgbClr val="48606F"/>
                </a:solidFill>
                <a:latin typeface="Arial"/>
                <a:ea typeface="Arial"/>
                <a:cs typeface="Arial"/>
              </a:defRPr>
            </a:lvl9pPr>
          </a:lstStyle>
          <a:p xmlns:a="http://schemas.openxmlformats.org/drawingml/2006/main">
            <a:pPr>
              <a:defRPr sz="900" b="0">
                <a:solidFill>
                  <a:srgbClr val="48606F"/>
                </a:solidFill>
                <a:latin typeface="Arial"/>
                <a:ea typeface="Arial"/>
                <a:cs typeface="Arial"/>
              </a:defRPr>
            </a:pPr>
            <a:r>
              <a:rPr sz="900" b="0">
                <a:solidFill>
                  <a:srgbClr val="48606F"/>
                </a:solidFill>
                <a:latin typeface="Arial"/>
                <a:ea typeface="Arial"/>
                <a:cs typeface="Arial"/>
              </a:rPr>
              <a:t>AXON bearing demo  |  4</a:t>
            </a:r>
          </a:p>
        </p:txBody>
      </p:sp>
    </p:spTree>
    <p:extLst>
      <p:ext uri="{BB962C8B-B14F-4D97-AF65-F5344CB8AC3E}">
        <p14:creationId xmlns:p14="http://schemas.microsoft.com/office/powerpoint/2010/main" val="3191041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872DD35-440C-4212-BF99-AC6000B3DC55}"/>
              </a:ext>
            </a:extLst>
          </p:cNvPr>
          <p:cNvSpPr>
            <a:spLocks xmlns:a="http://schemas.openxmlformats.org/drawingml/2006/main" noGrp="1"/>
          </p:cNvSpPr>
          <p:nvPr/>
        </p:nvSpPr>
        <p:spPr>
          <a:xfrm xmlns:a="http://schemas.openxmlformats.org/drawingml/2006/main">
            <a:off x="685800" y="5334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B1F33"/>
                </a:solidFill>
                <a:latin typeface="Arial"/>
                <a:ea typeface="Arial"/>
                <a:cs typeface="Arial"/>
              </a:defRPr>
            </a:defPPr>
            <a:lvl1pPr>
              <a:defRPr sz="2550" b="1">
                <a:solidFill>
                  <a:srgbClr val="0B1F33"/>
                </a:solidFill>
                <a:latin typeface="Arial"/>
                <a:ea typeface="Arial"/>
                <a:cs typeface="Arial"/>
              </a:defRPr>
            </a:lvl1pPr>
            <a:lvl2pPr>
              <a:defRPr sz="2550" b="1">
                <a:solidFill>
                  <a:srgbClr val="0B1F33"/>
                </a:solidFill>
                <a:latin typeface="Arial"/>
                <a:ea typeface="Arial"/>
                <a:cs typeface="Arial"/>
              </a:defRPr>
            </a:lvl2pPr>
            <a:lvl3pPr>
              <a:defRPr sz="2550" b="1">
                <a:solidFill>
                  <a:srgbClr val="0B1F33"/>
                </a:solidFill>
                <a:latin typeface="Arial"/>
                <a:ea typeface="Arial"/>
                <a:cs typeface="Arial"/>
              </a:defRPr>
            </a:lvl3pPr>
            <a:lvl4pPr>
              <a:defRPr sz="2550" b="1">
                <a:solidFill>
                  <a:srgbClr val="0B1F33"/>
                </a:solidFill>
                <a:latin typeface="Arial"/>
                <a:ea typeface="Arial"/>
                <a:cs typeface="Arial"/>
              </a:defRPr>
            </a:lvl4pPr>
            <a:lvl5pPr>
              <a:defRPr sz="2550" b="1">
                <a:solidFill>
                  <a:srgbClr val="0B1F33"/>
                </a:solidFill>
                <a:latin typeface="Arial"/>
                <a:ea typeface="Arial"/>
                <a:cs typeface="Arial"/>
              </a:defRPr>
            </a:lvl5pPr>
            <a:lvl6pPr>
              <a:defRPr sz="2550" b="1">
                <a:solidFill>
                  <a:srgbClr val="0B1F33"/>
                </a:solidFill>
                <a:latin typeface="Arial"/>
                <a:ea typeface="Arial"/>
                <a:cs typeface="Arial"/>
              </a:defRPr>
            </a:lvl6pPr>
            <a:lvl7pPr>
              <a:defRPr sz="2550" b="1">
                <a:solidFill>
                  <a:srgbClr val="0B1F33"/>
                </a:solidFill>
                <a:latin typeface="Arial"/>
                <a:ea typeface="Arial"/>
                <a:cs typeface="Arial"/>
              </a:defRPr>
            </a:lvl7pPr>
            <a:lvl8pPr>
              <a:defRPr sz="2550" b="1">
                <a:solidFill>
                  <a:srgbClr val="0B1F33"/>
                </a:solidFill>
                <a:latin typeface="Arial"/>
                <a:ea typeface="Arial"/>
                <a:cs typeface="Arial"/>
              </a:defRPr>
            </a:lvl8pPr>
            <a:lvl9pPr>
              <a:defRPr sz="2550" b="1">
                <a:solidFill>
                  <a:srgbClr val="0B1F33"/>
                </a:solidFill>
                <a:latin typeface="Arial"/>
                <a:ea typeface="Arial"/>
                <a:cs typeface="Arial"/>
              </a:defRPr>
            </a:lvl9pPr>
          </a:lstStyle>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Held-out physical-bearing validation</a:t>
            </a:r>
          </a:p>
        </p:txBody>
      </p:sp>
      <p:sp>
        <p:nvSpPr>
          <p:cNvPr id="2" name="">
            <a:extLst xmlns:a="http://schemas.openxmlformats.org/drawingml/2006/main">
              <a:ext uri="{FF2B5EF4-FFF2-40B4-BE49-F238E27FC236}">
                <a16:creationId xmlns:a16="http://schemas.microsoft.com/office/drawing/2014/main" id="{89DC5564-FA5E-41AD-9D9E-27A4E03817F4}"/>
              </a:ext>
            </a:extLst>
          </p:cNvPr>
          <p:cNvSpPr>
            <a:spLocks xmlns:a="http://schemas.openxmlformats.org/drawingml/2006/main" noGrp="1"/>
          </p:cNvSpPr>
          <p:nvPr/>
        </p:nvSpPr>
        <p:spPr>
          <a:xfrm xmlns:a="http://schemas.openxmlformats.org/drawingml/2006/main">
            <a:off x="685800" y="11239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8606F"/>
                </a:solidFill>
                <a:latin typeface="Arial"/>
                <a:ea typeface="Arial"/>
                <a:cs typeface="Arial"/>
              </a:defRPr>
            </a:defPPr>
            <a:lvl1pPr>
              <a:defRPr sz="1275" b="0">
                <a:solidFill>
                  <a:srgbClr val="48606F"/>
                </a:solidFill>
                <a:latin typeface="Arial"/>
                <a:ea typeface="Arial"/>
                <a:cs typeface="Arial"/>
              </a:defRPr>
            </a:lvl1pPr>
            <a:lvl2pPr>
              <a:defRPr sz="1275" b="0">
                <a:solidFill>
                  <a:srgbClr val="48606F"/>
                </a:solidFill>
                <a:latin typeface="Arial"/>
                <a:ea typeface="Arial"/>
                <a:cs typeface="Arial"/>
              </a:defRPr>
            </a:lvl2pPr>
            <a:lvl3pPr>
              <a:defRPr sz="1275" b="0">
                <a:solidFill>
                  <a:srgbClr val="48606F"/>
                </a:solidFill>
                <a:latin typeface="Arial"/>
                <a:ea typeface="Arial"/>
                <a:cs typeface="Arial"/>
              </a:defRPr>
            </a:lvl3pPr>
            <a:lvl4pPr>
              <a:defRPr sz="1275" b="0">
                <a:solidFill>
                  <a:srgbClr val="48606F"/>
                </a:solidFill>
                <a:latin typeface="Arial"/>
                <a:ea typeface="Arial"/>
                <a:cs typeface="Arial"/>
              </a:defRPr>
            </a:lvl4pPr>
            <a:lvl5pPr>
              <a:defRPr sz="1275" b="0">
                <a:solidFill>
                  <a:srgbClr val="48606F"/>
                </a:solidFill>
                <a:latin typeface="Arial"/>
                <a:ea typeface="Arial"/>
                <a:cs typeface="Arial"/>
              </a:defRPr>
            </a:lvl5pPr>
            <a:lvl6pPr>
              <a:defRPr sz="1275" b="0">
                <a:solidFill>
                  <a:srgbClr val="48606F"/>
                </a:solidFill>
                <a:latin typeface="Arial"/>
                <a:ea typeface="Arial"/>
                <a:cs typeface="Arial"/>
              </a:defRPr>
            </a:lvl6pPr>
            <a:lvl7pPr>
              <a:defRPr sz="1275" b="0">
                <a:solidFill>
                  <a:srgbClr val="48606F"/>
                </a:solidFill>
                <a:latin typeface="Arial"/>
                <a:ea typeface="Arial"/>
                <a:cs typeface="Arial"/>
              </a:defRPr>
            </a:lvl7pPr>
            <a:lvl8pPr>
              <a:defRPr sz="1275" b="0">
                <a:solidFill>
                  <a:srgbClr val="48606F"/>
                </a:solidFill>
                <a:latin typeface="Arial"/>
                <a:ea typeface="Arial"/>
                <a:cs typeface="Arial"/>
              </a:defRPr>
            </a:lvl8pPr>
            <a:lvl9pPr>
              <a:defRPr sz="1275" b="0">
                <a:solidFill>
                  <a:srgbClr val="48606F"/>
                </a:solidFill>
                <a:latin typeface="Arial"/>
                <a:ea typeface="Arial"/>
                <a:cs typeface="Arial"/>
              </a:defRPr>
            </a:lvl9pPr>
          </a:lstStyle>
          <a:p xmlns:a="http://schemas.openxmlformats.org/drawingml/2006/main">
            <a:pPr>
              <a:defRPr sz="1275" b="0">
                <a:solidFill>
                  <a:srgbClr val="48606F"/>
                </a:solidFill>
                <a:latin typeface="Arial"/>
                <a:ea typeface="Arial"/>
                <a:cs typeface="Arial"/>
              </a:defRPr>
            </a:pPr>
            <a:r>
              <a:rPr sz="1275" b="0">
                <a:solidFill>
                  <a:srgbClr val="48606F"/>
                </a:solidFill>
                <a:latin typeface="Arial"/>
                <a:ea typeface="Arial"/>
                <a:cs typeface="Arial"/>
              </a:rPr>
              <a:t>The model never saw K003 or KI04 during training.</a:t>
            </a:r>
          </a:p>
        </p:txBody>
      </p:sp>
      <p:sp>
        <p:nvSpPr>
          <p:cNvPr id="3" name="">
            <a:extLst xmlns:a="http://schemas.openxmlformats.org/drawingml/2006/main">
              <a:ext uri="{FF2B5EF4-FFF2-40B4-BE49-F238E27FC236}">
                <a16:creationId xmlns:a16="http://schemas.microsoft.com/office/drawing/2014/main" id="{2355314C-1C8C-4BF5-A7AD-9F60ADA35CFB}"/>
              </a:ext>
            </a:extLst>
          </p:cNvPr>
          <p:cNvSpPr>
            <a:spLocks xmlns:a="http://schemas.openxmlformats.org/drawingml/2006/main" noGrp="1"/>
          </p:cNvSpPr>
          <p:nvPr/>
        </p:nvSpPr>
        <p:spPr>
          <a:xfrm xmlns:a="http://schemas.openxmlformats.org/drawingml/2006/main">
            <a:off x="685800" y="1524000"/>
            <a:ext cx="914400" cy="5715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EC3440-D3DD-4ED3-95CB-C27F25204753}"/>
              </a:ext>
            </a:extLst>
          </p:cNvPr>
          <p:cNvSpPr>
            <a:spLocks xmlns:a="http://schemas.openxmlformats.org/drawingml/2006/main" noGrp="1"/>
          </p:cNvSpPr>
          <p:nvPr/>
        </p:nvSpPr>
        <p:spPr>
          <a:xfrm xmlns:a="http://schemas.openxmlformats.org/drawingml/2006/main">
            <a:off x="685800" y="1962150"/>
            <a:ext cx="2667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2BD9B1-D346-49B4-B934-907AB2857ACD}"/>
              </a:ext>
            </a:extLst>
          </p:cNvPr>
          <p:cNvSpPr>
            <a:spLocks xmlns:a="http://schemas.openxmlformats.org/drawingml/2006/main" noGrp="1"/>
          </p:cNvSpPr>
          <p:nvPr/>
        </p:nvSpPr>
        <p:spPr>
          <a:xfrm xmlns:a="http://schemas.openxmlformats.org/drawingml/2006/main">
            <a:off x="685800" y="1962150"/>
            <a:ext cx="95250" cy="1409700"/>
          </a:xfrm>
          <a:prstGeom xmlns:a="http://schemas.openxmlformats.org/drawingml/2006/main" prst="roundRect">
            <a:avLst>
              <a:gd name="adj" fmla="val 50000"/>
            </a:avLst>
          </a:prstGeom>
          <a:solidFill xmlns:a="http://schemas.openxmlformats.org/drawingml/2006/main">
            <a:srgbClr val="44C2B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93FB723-55BB-4374-9BBD-5840242E56AA}"/>
              </a:ext>
            </a:extLst>
          </p:cNvPr>
          <p:cNvSpPr>
            <a:spLocks xmlns:a="http://schemas.openxmlformats.org/drawingml/2006/main" noGrp="1"/>
          </p:cNvSpPr>
          <p:nvPr/>
        </p:nvSpPr>
        <p:spPr>
          <a:xfrm xmlns:a="http://schemas.openxmlformats.org/drawingml/2006/main">
            <a:off x="952500" y="220980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95.3%</a:t>
            </a:r>
          </a:p>
        </p:txBody>
      </p:sp>
      <p:sp>
        <p:nvSpPr>
          <p:cNvPr id="7" name="">
            <a:extLst xmlns:a="http://schemas.openxmlformats.org/drawingml/2006/main">
              <a:ext uri="{FF2B5EF4-FFF2-40B4-BE49-F238E27FC236}">
                <a16:creationId xmlns:a16="http://schemas.microsoft.com/office/drawing/2014/main" id="{E72E05B4-9BBA-43F9-A952-DC5E7CC1F627}"/>
              </a:ext>
            </a:extLst>
          </p:cNvPr>
          <p:cNvSpPr>
            <a:spLocks xmlns:a="http://schemas.openxmlformats.org/drawingml/2006/main" noGrp="1"/>
          </p:cNvSpPr>
          <p:nvPr/>
        </p:nvSpPr>
        <p:spPr>
          <a:xfrm xmlns:a="http://schemas.openxmlformats.org/drawingml/2006/main">
            <a:off x="952500" y="2857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balanced accuracy</a:t>
            </a:r>
          </a:p>
        </p:txBody>
      </p:sp>
      <p:sp>
        <p:nvSpPr>
          <p:cNvPr id="8" name="">
            <a:extLst xmlns:a="http://schemas.openxmlformats.org/drawingml/2006/main">
              <a:ext uri="{FF2B5EF4-FFF2-40B4-BE49-F238E27FC236}">
                <a16:creationId xmlns:a16="http://schemas.microsoft.com/office/drawing/2014/main" id="{D4913462-E8F5-4F1A-884C-D633330EB48F}"/>
              </a:ext>
            </a:extLst>
          </p:cNvPr>
          <p:cNvSpPr>
            <a:spLocks xmlns:a="http://schemas.openxmlformats.org/drawingml/2006/main" noGrp="1"/>
          </p:cNvSpPr>
          <p:nvPr/>
        </p:nvSpPr>
        <p:spPr>
          <a:xfrm xmlns:a="http://schemas.openxmlformats.org/drawingml/2006/main">
            <a:off x="3619500" y="1962150"/>
            <a:ext cx="2667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97094E-349F-430F-A615-17088AA262C9}"/>
              </a:ext>
            </a:extLst>
          </p:cNvPr>
          <p:cNvSpPr>
            <a:spLocks xmlns:a="http://schemas.openxmlformats.org/drawingml/2006/main" noGrp="1"/>
          </p:cNvSpPr>
          <p:nvPr/>
        </p:nvSpPr>
        <p:spPr>
          <a:xfrm xmlns:a="http://schemas.openxmlformats.org/drawingml/2006/main">
            <a:off x="3619500" y="1962150"/>
            <a:ext cx="95250" cy="1409700"/>
          </a:xfrm>
          <a:prstGeom xmlns:a="http://schemas.openxmlformats.org/drawingml/2006/main" prst="roundRect">
            <a:avLst>
              <a:gd name="adj" fmla="val 50000"/>
            </a:avLst>
          </a:prstGeom>
          <a:solidFill xmlns:a="http://schemas.openxmlformats.org/drawingml/2006/main">
            <a:srgbClr val="176B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4BF02A-E473-4556-83D4-B009C39D3ADD}"/>
              </a:ext>
            </a:extLst>
          </p:cNvPr>
          <p:cNvSpPr>
            <a:spLocks xmlns:a="http://schemas.openxmlformats.org/drawingml/2006/main" noGrp="1"/>
          </p:cNvSpPr>
          <p:nvPr/>
        </p:nvSpPr>
        <p:spPr>
          <a:xfrm xmlns:a="http://schemas.openxmlformats.org/drawingml/2006/main">
            <a:off x="3886200" y="220980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95.3%</a:t>
            </a:r>
          </a:p>
        </p:txBody>
      </p:sp>
      <p:sp>
        <p:nvSpPr>
          <p:cNvPr id="11" name="">
            <a:extLst xmlns:a="http://schemas.openxmlformats.org/drawingml/2006/main">
              <a:ext uri="{FF2B5EF4-FFF2-40B4-BE49-F238E27FC236}">
                <a16:creationId xmlns:a16="http://schemas.microsoft.com/office/drawing/2014/main" id="{9C08F0FD-1707-4C3C-B6E7-211443FD25B3}"/>
              </a:ext>
            </a:extLst>
          </p:cNvPr>
          <p:cNvSpPr>
            <a:spLocks xmlns:a="http://schemas.openxmlformats.org/drawingml/2006/main" noGrp="1"/>
          </p:cNvSpPr>
          <p:nvPr/>
        </p:nvSpPr>
        <p:spPr>
          <a:xfrm xmlns:a="http://schemas.openxmlformats.org/drawingml/2006/main">
            <a:off x="3886200" y="2857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macro F1</a:t>
            </a:r>
          </a:p>
        </p:txBody>
      </p:sp>
      <p:sp>
        <p:nvSpPr>
          <p:cNvPr id="12" name="">
            <a:extLst xmlns:a="http://schemas.openxmlformats.org/drawingml/2006/main">
              <a:ext uri="{FF2B5EF4-FFF2-40B4-BE49-F238E27FC236}">
                <a16:creationId xmlns:a16="http://schemas.microsoft.com/office/drawing/2014/main" id="{1DB9D8A2-9501-459B-92AA-B304E7D01EAC}"/>
              </a:ext>
            </a:extLst>
          </p:cNvPr>
          <p:cNvSpPr>
            <a:spLocks xmlns:a="http://schemas.openxmlformats.org/drawingml/2006/main" noGrp="1"/>
          </p:cNvSpPr>
          <p:nvPr/>
        </p:nvSpPr>
        <p:spPr>
          <a:xfrm xmlns:a="http://schemas.openxmlformats.org/drawingml/2006/main">
            <a:off x="6553200" y="1962150"/>
            <a:ext cx="2667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C7F437-BAAA-49BB-9362-0DD445457E96}"/>
              </a:ext>
            </a:extLst>
          </p:cNvPr>
          <p:cNvSpPr>
            <a:spLocks xmlns:a="http://schemas.openxmlformats.org/drawingml/2006/main" noGrp="1"/>
          </p:cNvSpPr>
          <p:nvPr/>
        </p:nvSpPr>
        <p:spPr>
          <a:xfrm xmlns:a="http://schemas.openxmlformats.org/drawingml/2006/main">
            <a:off x="6553200" y="1962150"/>
            <a:ext cx="95250" cy="1409700"/>
          </a:xfrm>
          <a:prstGeom xmlns:a="http://schemas.openxmlformats.org/drawingml/2006/main" prst="roundRect">
            <a:avLst>
              <a:gd name="adj" fmla="val 50000"/>
            </a:avLst>
          </a:prstGeom>
          <a:solidFill xmlns:a="http://schemas.openxmlformats.org/drawingml/2006/main">
            <a:srgbClr val="F47C2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63E79A5-AF60-4D17-8D00-64464D2B87B2}"/>
              </a:ext>
            </a:extLst>
          </p:cNvPr>
          <p:cNvSpPr>
            <a:spLocks xmlns:a="http://schemas.openxmlformats.org/drawingml/2006/main" noGrp="1"/>
          </p:cNvSpPr>
          <p:nvPr/>
        </p:nvSpPr>
        <p:spPr>
          <a:xfrm xmlns:a="http://schemas.openxmlformats.org/drawingml/2006/main">
            <a:off x="6819900" y="220980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B1F33"/>
                </a:solidFill>
                <a:latin typeface="Arial"/>
                <a:ea typeface="Arial"/>
                <a:cs typeface="Arial"/>
              </a:defRPr>
            </a:defPPr>
            <a:lvl1pPr>
              <a:defRPr sz="2775" b="1">
                <a:solidFill>
                  <a:srgbClr val="0B1F33"/>
                </a:solidFill>
                <a:latin typeface="Arial"/>
                <a:ea typeface="Arial"/>
                <a:cs typeface="Arial"/>
              </a:defRPr>
            </a:lvl1pPr>
            <a:lvl2pPr>
              <a:defRPr sz="2775" b="1">
                <a:solidFill>
                  <a:srgbClr val="0B1F33"/>
                </a:solidFill>
                <a:latin typeface="Arial"/>
                <a:ea typeface="Arial"/>
                <a:cs typeface="Arial"/>
              </a:defRPr>
            </a:lvl2pPr>
            <a:lvl3pPr>
              <a:defRPr sz="2775" b="1">
                <a:solidFill>
                  <a:srgbClr val="0B1F33"/>
                </a:solidFill>
                <a:latin typeface="Arial"/>
                <a:ea typeface="Arial"/>
                <a:cs typeface="Arial"/>
              </a:defRPr>
            </a:lvl3pPr>
            <a:lvl4pPr>
              <a:defRPr sz="2775" b="1">
                <a:solidFill>
                  <a:srgbClr val="0B1F33"/>
                </a:solidFill>
                <a:latin typeface="Arial"/>
                <a:ea typeface="Arial"/>
                <a:cs typeface="Arial"/>
              </a:defRPr>
            </a:lvl4pPr>
            <a:lvl5pPr>
              <a:defRPr sz="2775" b="1">
                <a:solidFill>
                  <a:srgbClr val="0B1F33"/>
                </a:solidFill>
                <a:latin typeface="Arial"/>
                <a:ea typeface="Arial"/>
                <a:cs typeface="Arial"/>
              </a:defRPr>
            </a:lvl5pPr>
            <a:lvl6pPr>
              <a:defRPr sz="2775" b="1">
                <a:solidFill>
                  <a:srgbClr val="0B1F33"/>
                </a:solidFill>
                <a:latin typeface="Arial"/>
                <a:ea typeface="Arial"/>
                <a:cs typeface="Arial"/>
              </a:defRPr>
            </a:lvl6pPr>
            <a:lvl7pPr>
              <a:defRPr sz="2775" b="1">
                <a:solidFill>
                  <a:srgbClr val="0B1F33"/>
                </a:solidFill>
                <a:latin typeface="Arial"/>
                <a:ea typeface="Arial"/>
                <a:cs typeface="Arial"/>
              </a:defRPr>
            </a:lvl7pPr>
            <a:lvl8pPr>
              <a:defRPr sz="2775" b="1">
                <a:solidFill>
                  <a:srgbClr val="0B1F33"/>
                </a:solidFill>
                <a:latin typeface="Arial"/>
                <a:ea typeface="Arial"/>
                <a:cs typeface="Arial"/>
              </a:defRPr>
            </a:lvl8pPr>
            <a:lvl9pPr>
              <a:defRPr sz="2775" b="1">
                <a:solidFill>
                  <a:srgbClr val="0B1F33"/>
                </a:solidFill>
                <a:latin typeface="Arial"/>
                <a:ea typeface="Arial"/>
                <a:cs typeface="Arial"/>
              </a:defRPr>
            </a:lvl9pPr>
          </a:lstStyle>
          <a:p xmlns:a="http://schemas.openxmlformats.org/drawingml/2006/main">
            <a:pPr>
              <a:defRPr sz="2775" b="1">
                <a:solidFill>
                  <a:srgbClr val="0B1F33"/>
                </a:solidFill>
                <a:latin typeface="Arial"/>
                <a:ea typeface="Arial"/>
                <a:cs typeface="Arial"/>
              </a:defRPr>
            </a:pPr>
            <a:r>
              <a:rPr sz="2775" b="1">
                <a:solidFill>
                  <a:srgbClr val="0B1F33"/>
                </a:solidFill>
                <a:latin typeface="Arial"/>
                <a:ea typeface="Arial"/>
                <a:cs typeface="Arial"/>
              </a:rPr>
              <a:t>2,981</a:t>
            </a:r>
          </a:p>
        </p:txBody>
      </p:sp>
      <p:sp>
        <p:nvSpPr>
          <p:cNvPr id="15" name="">
            <a:extLst xmlns:a="http://schemas.openxmlformats.org/drawingml/2006/main">
              <a:ext uri="{FF2B5EF4-FFF2-40B4-BE49-F238E27FC236}">
                <a16:creationId xmlns:a16="http://schemas.microsoft.com/office/drawing/2014/main" id="{C3436557-2F8D-48D6-B22D-BE10657F8299}"/>
              </a:ext>
            </a:extLst>
          </p:cNvPr>
          <p:cNvSpPr>
            <a:spLocks xmlns:a="http://schemas.openxmlformats.org/drawingml/2006/main" noGrp="1"/>
          </p:cNvSpPr>
          <p:nvPr/>
        </p:nvSpPr>
        <p:spPr>
          <a:xfrm xmlns:a="http://schemas.openxmlformats.org/drawingml/2006/main">
            <a:off x="6819900" y="2857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8606F"/>
                </a:solidFill>
                <a:latin typeface="Arial"/>
                <a:ea typeface="Arial"/>
                <a:cs typeface="Arial"/>
              </a:defRPr>
            </a:defPPr>
            <a:lvl1pPr>
              <a:defRPr sz="1200" b="0">
                <a:solidFill>
                  <a:srgbClr val="48606F"/>
                </a:solidFill>
                <a:latin typeface="Arial"/>
                <a:ea typeface="Arial"/>
                <a:cs typeface="Arial"/>
              </a:defRPr>
            </a:lvl1pPr>
            <a:lvl2pPr>
              <a:defRPr sz="1200" b="0">
                <a:solidFill>
                  <a:srgbClr val="48606F"/>
                </a:solidFill>
                <a:latin typeface="Arial"/>
                <a:ea typeface="Arial"/>
                <a:cs typeface="Arial"/>
              </a:defRPr>
            </a:lvl2pPr>
            <a:lvl3pPr>
              <a:defRPr sz="1200" b="0">
                <a:solidFill>
                  <a:srgbClr val="48606F"/>
                </a:solidFill>
                <a:latin typeface="Arial"/>
                <a:ea typeface="Arial"/>
                <a:cs typeface="Arial"/>
              </a:defRPr>
            </a:lvl3pPr>
            <a:lvl4pPr>
              <a:defRPr sz="1200" b="0">
                <a:solidFill>
                  <a:srgbClr val="48606F"/>
                </a:solidFill>
                <a:latin typeface="Arial"/>
                <a:ea typeface="Arial"/>
                <a:cs typeface="Arial"/>
              </a:defRPr>
            </a:lvl4pPr>
            <a:lvl5pPr>
              <a:defRPr sz="1200" b="0">
                <a:solidFill>
                  <a:srgbClr val="48606F"/>
                </a:solidFill>
                <a:latin typeface="Arial"/>
                <a:ea typeface="Arial"/>
                <a:cs typeface="Arial"/>
              </a:defRPr>
            </a:lvl5pPr>
            <a:lvl6pPr>
              <a:defRPr sz="1200" b="0">
                <a:solidFill>
                  <a:srgbClr val="48606F"/>
                </a:solidFill>
                <a:latin typeface="Arial"/>
                <a:ea typeface="Arial"/>
                <a:cs typeface="Arial"/>
              </a:defRPr>
            </a:lvl6pPr>
            <a:lvl7pPr>
              <a:defRPr sz="1200" b="0">
                <a:solidFill>
                  <a:srgbClr val="48606F"/>
                </a:solidFill>
                <a:latin typeface="Arial"/>
                <a:ea typeface="Arial"/>
                <a:cs typeface="Arial"/>
              </a:defRPr>
            </a:lvl7pPr>
            <a:lvl8pPr>
              <a:defRPr sz="1200" b="0">
                <a:solidFill>
                  <a:srgbClr val="48606F"/>
                </a:solidFill>
                <a:latin typeface="Arial"/>
                <a:ea typeface="Arial"/>
                <a:cs typeface="Arial"/>
              </a:defRPr>
            </a:lvl8pPr>
            <a:lvl9pPr>
              <a:defRPr sz="1200" b="0">
                <a:solidFill>
                  <a:srgbClr val="48606F"/>
                </a:solidFill>
                <a:latin typeface="Arial"/>
                <a:ea typeface="Arial"/>
                <a:cs typeface="Arial"/>
              </a:defRPr>
            </a:lvl9pPr>
          </a:lstStyle>
          <a:p xmlns:a="http://schemas.openxmlformats.org/drawingml/2006/main">
            <a:pPr>
              <a:defRPr sz="1200" b="0">
                <a:solidFill>
                  <a:srgbClr val="48606F"/>
                </a:solidFill>
                <a:latin typeface="Arial"/>
                <a:ea typeface="Arial"/>
                <a:cs typeface="Arial"/>
              </a:defRPr>
            </a:pPr>
            <a:r>
              <a:rPr sz="1200" b="0">
                <a:solidFill>
                  <a:srgbClr val="48606F"/>
                </a:solidFill>
                <a:latin typeface="Arial"/>
                <a:ea typeface="Arial"/>
                <a:cs typeface="Arial"/>
              </a:rPr>
              <a:t>held-out windows</a:t>
            </a:r>
          </a:p>
        </p:txBody>
      </p:sp>
      <p:sp>
        <p:nvSpPr>
          <p:cNvPr id="16" name="">
            <a:extLst xmlns:a="http://schemas.openxmlformats.org/drawingml/2006/main">
              <a:ext uri="{FF2B5EF4-FFF2-40B4-BE49-F238E27FC236}">
                <a16:creationId xmlns:a16="http://schemas.microsoft.com/office/drawing/2014/main" id="{2CE3DEE0-286F-4894-BAA5-7DFB67D2E063}"/>
              </a:ext>
            </a:extLst>
          </p:cNvPr>
          <p:cNvSpPr>
            <a:spLocks xmlns:a="http://schemas.openxmlformats.org/drawingml/2006/main" noGrp="1"/>
          </p:cNvSpPr>
          <p:nvPr/>
        </p:nvSpPr>
        <p:spPr>
          <a:xfrm xmlns:a="http://schemas.openxmlformats.org/drawingml/2006/main">
            <a:off x="685800" y="41148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B1F33"/>
                </a:solidFill>
                <a:latin typeface="Arial"/>
                <a:ea typeface="Arial"/>
                <a:cs typeface="Arial"/>
              </a:defRPr>
            </a:defPPr>
            <a:lvl1pPr>
              <a:defRPr sz="1425" b="1">
                <a:solidFill>
                  <a:srgbClr val="0B1F33"/>
                </a:solidFill>
                <a:latin typeface="Arial"/>
                <a:ea typeface="Arial"/>
                <a:cs typeface="Arial"/>
              </a:defRPr>
            </a:lvl1pPr>
            <a:lvl2pPr>
              <a:defRPr sz="1425" b="1">
                <a:solidFill>
                  <a:srgbClr val="0B1F33"/>
                </a:solidFill>
                <a:latin typeface="Arial"/>
                <a:ea typeface="Arial"/>
                <a:cs typeface="Arial"/>
              </a:defRPr>
            </a:lvl2pPr>
            <a:lvl3pPr>
              <a:defRPr sz="1425" b="1">
                <a:solidFill>
                  <a:srgbClr val="0B1F33"/>
                </a:solidFill>
                <a:latin typeface="Arial"/>
                <a:ea typeface="Arial"/>
                <a:cs typeface="Arial"/>
              </a:defRPr>
            </a:lvl3pPr>
            <a:lvl4pPr>
              <a:defRPr sz="1425" b="1">
                <a:solidFill>
                  <a:srgbClr val="0B1F33"/>
                </a:solidFill>
                <a:latin typeface="Arial"/>
                <a:ea typeface="Arial"/>
                <a:cs typeface="Arial"/>
              </a:defRPr>
            </a:lvl4pPr>
            <a:lvl5pPr>
              <a:defRPr sz="1425" b="1">
                <a:solidFill>
                  <a:srgbClr val="0B1F33"/>
                </a:solidFill>
                <a:latin typeface="Arial"/>
                <a:ea typeface="Arial"/>
                <a:cs typeface="Arial"/>
              </a:defRPr>
            </a:lvl5pPr>
            <a:lvl6pPr>
              <a:defRPr sz="1425" b="1">
                <a:solidFill>
                  <a:srgbClr val="0B1F33"/>
                </a:solidFill>
                <a:latin typeface="Arial"/>
                <a:ea typeface="Arial"/>
                <a:cs typeface="Arial"/>
              </a:defRPr>
            </a:lvl6pPr>
            <a:lvl7pPr>
              <a:defRPr sz="1425" b="1">
                <a:solidFill>
                  <a:srgbClr val="0B1F33"/>
                </a:solidFill>
                <a:latin typeface="Arial"/>
                <a:ea typeface="Arial"/>
                <a:cs typeface="Arial"/>
              </a:defRPr>
            </a:lvl7pPr>
            <a:lvl8pPr>
              <a:defRPr sz="1425" b="1">
                <a:solidFill>
                  <a:srgbClr val="0B1F33"/>
                </a:solidFill>
                <a:latin typeface="Arial"/>
                <a:ea typeface="Arial"/>
                <a:cs typeface="Arial"/>
              </a:defRPr>
            </a:lvl8pPr>
            <a:lvl9pPr>
              <a:defRPr sz="1425" b="1">
                <a:solidFill>
                  <a:srgbClr val="0B1F33"/>
                </a:solidFill>
                <a:latin typeface="Arial"/>
                <a:ea typeface="Arial"/>
                <a:cs typeface="Arial"/>
              </a:defRPr>
            </a:lvl9pPr>
          </a:lstStyle>
          <a:p xmlns:a="http://schemas.openxmlformats.org/drawingml/2006/main">
            <a:pPr>
              <a:defRPr sz="1425" b="1">
                <a:solidFill>
                  <a:srgbClr val="0B1F33"/>
                </a:solidFill>
                <a:latin typeface="Arial"/>
                <a:ea typeface="Arial"/>
                <a:cs typeface="Arial"/>
              </a:defRPr>
            </a:pPr>
            <a:r>
              <a:rPr sz="1425" b="1">
                <a:solidFill>
                  <a:srgbClr val="0B1F33"/>
                </a:solidFill>
                <a:latin typeface="Arial"/>
                <a:ea typeface="Arial"/>
                <a:cs typeface="Arial"/>
              </a:rPr>
              <a:t>Held-out confusion matrix</a:t>
            </a:r>
          </a:p>
        </p:txBody>
      </p:sp>
      <p:sp>
        <p:nvSpPr>
          <p:cNvPr id="17" name="">
            <a:extLst xmlns:a="http://schemas.openxmlformats.org/drawingml/2006/main">
              <a:ext uri="{FF2B5EF4-FFF2-40B4-BE49-F238E27FC236}">
                <a16:creationId xmlns:a16="http://schemas.microsoft.com/office/drawing/2014/main" id="{CAF73D82-80AA-498D-B528-BB2918AA3DC5}"/>
              </a:ext>
            </a:extLst>
          </p:cNvPr>
          <p:cNvSpPr>
            <a:spLocks xmlns:a="http://schemas.openxmlformats.org/drawingml/2006/main" noGrp="1"/>
          </p:cNvSpPr>
          <p:nvPr/>
        </p:nvSpPr>
        <p:spPr>
          <a:xfrm xmlns:a="http://schemas.openxmlformats.org/drawingml/2006/main">
            <a:off x="6286500" y="3962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8606F"/>
                </a:solidFill>
                <a:latin typeface="Arial"/>
                <a:ea typeface="Arial"/>
                <a:cs typeface="Arial"/>
              </a:defRPr>
            </a:defPPr>
            <a:lvl1pPr>
              <a:defRPr sz="1200" b="1">
                <a:solidFill>
                  <a:srgbClr val="48606F"/>
                </a:solidFill>
                <a:latin typeface="Arial"/>
                <a:ea typeface="Arial"/>
                <a:cs typeface="Arial"/>
              </a:defRPr>
            </a:lvl1pPr>
            <a:lvl2pPr>
              <a:defRPr sz="1200" b="1">
                <a:solidFill>
                  <a:srgbClr val="48606F"/>
                </a:solidFill>
                <a:latin typeface="Arial"/>
                <a:ea typeface="Arial"/>
                <a:cs typeface="Arial"/>
              </a:defRPr>
            </a:lvl2pPr>
            <a:lvl3pPr>
              <a:defRPr sz="1200" b="1">
                <a:solidFill>
                  <a:srgbClr val="48606F"/>
                </a:solidFill>
                <a:latin typeface="Arial"/>
                <a:ea typeface="Arial"/>
                <a:cs typeface="Arial"/>
              </a:defRPr>
            </a:lvl3pPr>
            <a:lvl4pPr>
              <a:defRPr sz="1200" b="1">
                <a:solidFill>
                  <a:srgbClr val="48606F"/>
                </a:solidFill>
                <a:latin typeface="Arial"/>
                <a:ea typeface="Arial"/>
                <a:cs typeface="Arial"/>
              </a:defRPr>
            </a:lvl4pPr>
            <a:lvl5pPr>
              <a:defRPr sz="1200" b="1">
                <a:solidFill>
                  <a:srgbClr val="48606F"/>
                </a:solidFill>
                <a:latin typeface="Arial"/>
                <a:ea typeface="Arial"/>
                <a:cs typeface="Arial"/>
              </a:defRPr>
            </a:lvl5pPr>
            <a:lvl6pPr>
              <a:defRPr sz="1200" b="1">
                <a:solidFill>
                  <a:srgbClr val="48606F"/>
                </a:solidFill>
                <a:latin typeface="Arial"/>
                <a:ea typeface="Arial"/>
                <a:cs typeface="Arial"/>
              </a:defRPr>
            </a:lvl6pPr>
            <a:lvl7pPr>
              <a:defRPr sz="1200" b="1">
                <a:solidFill>
                  <a:srgbClr val="48606F"/>
                </a:solidFill>
                <a:latin typeface="Arial"/>
                <a:ea typeface="Arial"/>
                <a:cs typeface="Arial"/>
              </a:defRPr>
            </a:lvl7pPr>
            <a:lvl8pPr>
              <a:defRPr sz="1200" b="1">
                <a:solidFill>
                  <a:srgbClr val="48606F"/>
                </a:solidFill>
                <a:latin typeface="Arial"/>
                <a:ea typeface="Arial"/>
                <a:cs typeface="Arial"/>
              </a:defRPr>
            </a:lvl8pPr>
            <a:lvl9pPr>
              <a:defRPr sz="1200" b="1">
                <a:solidFill>
                  <a:srgbClr val="48606F"/>
                </a:solidFill>
                <a:latin typeface="Arial"/>
                <a:ea typeface="Arial"/>
                <a:cs typeface="Arial"/>
              </a:defRPr>
            </a:lvl9pPr>
          </a:lstStyle>
          <a:p xmlns:a="http://schemas.openxmlformats.org/drawingml/2006/main">
            <a:pPr>
              <a:defRPr sz="1200" b="1">
                <a:solidFill>
                  <a:srgbClr val="48606F"/>
                </a:solidFill>
                <a:latin typeface="Arial"/>
                <a:ea typeface="Arial"/>
                <a:cs typeface="Arial"/>
              </a:defRPr>
            </a:pPr>
            <a:r>
              <a:rPr sz="1200" b="1">
                <a:solidFill>
                  <a:srgbClr val="48606F"/>
                </a:solidFill>
                <a:latin typeface="Arial"/>
                <a:ea typeface="Arial"/>
                <a:cs typeface="Arial"/>
              </a:rPr>
              <a:t>Predicted healthy</a:t>
            </a:r>
          </a:p>
        </p:txBody>
      </p:sp>
      <p:sp>
        <p:nvSpPr>
          <p:cNvPr id="18" name="">
            <a:extLst xmlns:a="http://schemas.openxmlformats.org/drawingml/2006/main">
              <a:ext uri="{FF2B5EF4-FFF2-40B4-BE49-F238E27FC236}">
                <a16:creationId xmlns:a16="http://schemas.microsoft.com/office/drawing/2014/main" id="{1119EAF2-5AEC-4EB0-AE20-58317DC6411F}"/>
              </a:ext>
            </a:extLst>
          </p:cNvPr>
          <p:cNvSpPr>
            <a:spLocks xmlns:a="http://schemas.openxmlformats.org/drawingml/2006/main" noGrp="1"/>
          </p:cNvSpPr>
          <p:nvPr/>
        </p:nvSpPr>
        <p:spPr>
          <a:xfrm xmlns:a="http://schemas.openxmlformats.org/drawingml/2006/main">
            <a:off x="8382000" y="3962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8606F"/>
                </a:solidFill>
                <a:latin typeface="Arial"/>
                <a:ea typeface="Arial"/>
                <a:cs typeface="Arial"/>
              </a:defRPr>
            </a:defPPr>
            <a:lvl1pPr>
              <a:defRPr sz="1200" b="1">
                <a:solidFill>
                  <a:srgbClr val="48606F"/>
                </a:solidFill>
                <a:latin typeface="Arial"/>
                <a:ea typeface="Arial"/>
                <a:cs typeface="Arial"/>
              </a:defRPr>
            </a:lvl1pPr>
            <a:lvl2pPr>
              <a:defRPr sz="1200" b="1">
                <a:solidFill>
                  <a:srgbClr val="48606F"/>
                </a:solidFill>
                <a:latin typeface="Arial"/>
                <a:ea typeface="Arial"/>
                <a:cs typeface="Arial"/>
              </a:defRPr>
            </a:lvl2pPr>
            <a:lvl3pPr>
              <a:defRPr sz="1200" b="1">
                <a:solidFill>
                  <a:srgbClr val="48606F"/>
                </a:solidFill>
                <a:latin typeface="Arial"/>
                <a:ea typeface="Arial"/>
                <a:cs typeface="Arial"/>
              </a:defRPr>
            </a:lvl3pPr>
            <a:lvl4pPr>
              <a:defRPr sz="1200" b="1">
                <a:solidFill>
                  <a:srgbClr val="48606F"/>
                </a:solidFill>
                <a:latin typeface="Arial"/>
                <a:ea typeface="Arial"/>
                <a:cs typeface="Arial"/>
              </a:defRPr>
            </a:lvl4pPr>
            <a:lvl5pPr>
              <a:defRPr sz="1200" b="1">
                <a:solidFill>
                  <a:srgbClr val="48606F"/>
                </a:solidFill>
                <a:latin typeface="Arial"/>
                <a:ea typeface="Arial"/>
                <a:cs typeface="Arial"/>
              </a:defRPr>
            </a:lvl5pPr>
            <a:lvl6pPr>
              <a:defRPr sz="1200" b="1">
                <a:solidFill>
                  <a:srgbClr val="48606F"/>
                </a:solidFill>
                <a:latin typeface="Arial"/>
                <a:ea typeface="Arial"/>
                <a:cs typeface="Arial"/>
              </a:defRPr>
            </a:lvl6pPr>
            <a:lvl7pPr>
              <a:defRPr sz="1200" b="1">
                <a:solidFill>
                  <a:srgbClr val="48606F"/>
                </a:solidFill>
                <a:latin typeface="Arial"/>
                <a:ea typeface="Arial"/>
                <a:cs typeface="Arial"/>
              </a:defRPr>
            </a:lvl7pPr>
            <a:lvl8pPr>
              <a:defRPr sz="1200" b="1">
                <a:solidFill>
                  <a:srgbClr val="48606F"/>
                </a:solidFill>
                <a:latin typeface="Arial"/>
                <a:ea typeface="Arial"/>
                <a:cs typeface="Arial"/>
              </a:defRPr>
            </a:lvl8pPr>
            <a:lvl9pPr>
              <a:defRPr sz="1200" b="1">
                <a:solidFill>
                  <a:srgbClr val="48606F"/>
                </a:solidFill>
                <a:latin typeface="Arial"/>
                <a:ea typeface="Arial"/>
                <a:cs typeface="Arial"/>
              </a:defRPr>
            </a:lvl9pPr>
          </a:lstStyle>
          <a:p xmlns:a="http://schemas.openxmlformats.org/drawingml/2006/main">
            <a:pPr>
              <a:defRPr sz="1200" b="1">
                <a:solidFill>
                  <a:srgbClr val="48606F"/>
                </a:solidFill>
                <a:latin typeface="Arial"/>
                <a:ea typeface="Arial"/>
                <a:cs typeface="Arial"/>
              </a:defRPr>
            </a:pPr>
            <a:r>
              <a:rPr sz="1200" b="1">
                <a:solidFill>
                  <a:srgbClr val="48606F"/>
                </a:solidFill>
                <a:latin typeface="Arial"/>
                <a:ea typeface="Arial"/>
                <a:cs typeface="Arial"/>
              </a:rPr>
              <a:t>Predicted damage</a:t>
            </a:r>
          </a:p>
        </p:txBody>
      </p:sp>
      <p:sp>
        <p:nvSpPr>
          <p:cNvPr id="19" name="">
            <a:extLst xmlns:a="http://schemas.openxmlformats.org/drawingml/2006/main">
              <a:ext uri="{FF2B5EF4-FFF2-40B4-BE49-F238E27FC236}">
                <a16:creationId xmlns:a16="http://schemas.microsoft.com/office/drawing/2014/main" id="{6EC33C44-15AC-44F8-817A-E2214C56A029}"/>
              </a:ext>
            </a:extLst>
          </p:cNvPr>
          <p:cNvSpPr>
            <a:spLocks xmlns:a="http://schemas.openxmlformats.org/drawingml/2006/main" noGrp="1"/>
          </p:cNvSpPr>
          <p:nvPr/>
        </p:nvSpPr>
        <p:spPr>
          <a:xfrm xmlns:a="http://schemas.openxmlformats.org/drawingml/2006/main">
            <a:off x="685800" y="4629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0212D"/>
                </a:solidFill>
                <a:latin typeface="Arial"/>
                <a:ea typeface="Arial"/>
                <a:cs typeface="Arial"/>
              </a:defRPr>
            </a:defPPr>
            <a:lvl1pPr>
              <a:defRPr sz="1275" b="1">
                <a:solidFill>
                  <a:srgbClr val="10212D"/>
                </a:solidFill>
                <a:latin typeface="Arial"/>
                <a:ea typeface="Arial"/>
                <a:cs typeface="Arial"/>
              </a:defRPr>
            </a:lvl1pPr>
            <a:lvl2pPr>
              <a:defRPr sz="1275" b="1">
                <a:solidFill>
                  <a:srgbClr val="10212D"/>
                </a:solidFill>
                <a:latin typeface="Arial"/>
                <a:ea typeface="Arial"/>
                <a:cs typeface="Arial"/>
              </a:defRPr>
            </a:lvl2pPr>
            <a:lvl3pPr>
              <a:defRPr sz="1275" b="1">
                <a:solidFill>
                  <a:srgbClr val="10212D"/>
                </a:solidFill>
                <a:latin typeface="Arial"/>
                <a:ea typeface="Arial"/>
                <a:cs typeface="Arial"/>
              </a:defRPr>
            </a:lvl3pPr>
            <a:lvl4pPr>
              <a:defRPr sz="1275" b="1">
                <a:solidFill>
                  <a:srgbClr val="10212D"/>
                </a:solidFill>
                <a:latin typeface="Arial"/>
                <a:ea typeface="Arial"/>
                <a:cs typeface="Arial"/>
              </a:defRPr>
            </a:lvl4pPr>
            <a:lvl5pPr>
              <a:defRPr sz="1275" b="1">
                <a:solidFill>
                  <a:srgbClr val="10212D"/>
                </a:solidFill>
                <a:latin typeface="Arial"/>
                <a:ea typeface="Arial"/>
                <a:cs typeface="Arial"/>
              </a:defRPr>
            </a:lvl5pPr>
            <a:lvl6pPr>
              <a:defRPr sz="1275" b="1">
                <a:solidFill>
                  <a:srgbClr val="10212D"/>
                </a:solidFill>
                <a:latin typeface="Arial"/>
                <a:ea typeface="Arial"/>
                <a:cs typeface="Arial"/>
              </a:defRPr>
            </a:lvl6pPr>
            <a:lvl7pPr>
              <a:defRPr sz="1275" b="1">
                <a:solidFill>
                  <a:srgbClr val="10212D"/>
                </a:solidFill>
                <a:latin typeface="Arial"/>
                <a:ea typeface="Arial"/>
                <a:cs typeface="Arial"/>
              </a:defRPr>
            </a:lvl7pPr>
            <a:lvl8pPr>
              <a:defRPr sz="1275" b="1">
                <a:solidFill>
                  <a:srgbClr val="10212D"/>
                </a:solidFill>
                <a:latin typeface="Arial"/>
                <a:ea typeface="Arial"/>
                <a:cs typeface="Arial"/>
              </a:defRPr>
            </a:lvl8pPr>
            <a:lvl9pPr>
              <a:defRPr sz="1275" b="1">
                <a:solidFill>
                  <a:srgbClr val="10212D"/>
                </a:solidFill>
                <a:latin typeface="Arial"/>
                <a:ea typeface="Arial"/>
                <a:cs typeface="Arial"/>
              </a:defRPr>
            </a:lvl9pPr>
          </a:lstStyle>
          <a:p xmlns:a="http://schemas.openxmlformats.org/drawingml/2006/main">
            <a:pPr>
              <a:defRPr sz="1275" b="1">
                <a:solidFill>
                  <a:srgbClr val="10212D"/>
                </a:solidFill>
                <a:latin typeface="Arial"/>
                <a:ea typeface="Arial"/>
                <a:cs typeface="Arial"/>
              </a:defRPr>
            </a:pPr>
            <a:r>
              <a:rPr sz="1275" b="1">
                <a:solidFill>
                  <a:srgbClr val="10212D"/>
                </a:solidFill>
                <a:latin typeface="Arial"/>
                <a:ea typeface="Arial"/>
                <a:cs typeface="Arial"/>
              </a:rPr>
              <a:t>True healthy</a:t>
            </a:r>
          </a:p>
        </p:txBody>
      </p:sp>
      <p:sp>
        <p:nvSpPr>
          <p:cNvPr id="20" name="">
            <a:extLst xmlns:a="http://schemas.openxmlformats.org/drawingml/2006/main">
              <a:ext uri="{FF2B5EF4-FFF2-40B4-BE49-F238E27FC236}">
                <a16:creationId xmlns:a16="http://schemas.microsoft.com/office/drawing/2014/main" id="{A117F61B-DFCE-469D-9BFB-5AFF7233C054}"/>
              </a:ext>
            </a:extLst>
          </p:cNvPr>
          <p:cNvSpPr>
            <a:spLocks xmlns:a="http://schemas.openxmlformats.org/drawingml/2006/main" noGrp="1"/>
          </p:cNvSpPr>
          <p:nvPr/>
        </p:nvSpPr>
        <p:spPr>
          <a:xfrm xmlns:a="http://schemas.openxmlformats.org/drawingml/2006/main">
            <a:off x="685800" y="5257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0212D"/>
                </a:solidFill>
                <a:latin typeface="Arial"/>
                <a:ea typeface="Arial"/>
                <a:cs typeface="Arial"/>
              </a:defRPr>
            </a:defPPr>
            <a:lvl1pPr>
              <a:defRPr sz="1275" b="1">
                <a:solidFill>
                  <a:srgbClr val="10212D"/>
                </a:solidFill>
                <a:latin typeface="Arial"/>
                <a:ea typeface="Arial"/>
                <a:cs typeface="Arial"/>
              </a:defRPr>
            </a:lvl1pPr>
            <a:lvl2pPr>
              <a:defRPr sz="1275" b="1">
                <a:solidFill>
                  <a:srgbClr val="10212D"/>
                </a:solidFill>
                <a:latin typeface="Arial"/>
                <a:ea typeface="Arial"/>
                <a:cs typeface="Arial"/>
              </a:defRPr>
            </a:lvl2pPr>
            <a:lvl3pPr>
              <a:defRPr sz="1275" b="1">
                <a:solidFill>
                  <a:srgbClr val="10212D"/>
                </a:solidFill>
                <a:latin typeface="Arial"/>
                <a:ea typeface="Arial"/>
                <a:cs typeface="Arial"/>
              </a:defRPr>
            </a:lvl3pPr>
            <a:lvl4pPr>
              <a:defRPr sz="1275" b="1">
                <a:solidFill>
                  <a:srgbClr val="10212D"/>
                </a:solidFill>
                <a:latin typeface="Arial"/>
                <a:ea typeface="Arial"/>
                <a:cs typeface="Arial"/>
              </a:defRPr>
            </a:lvl4pPr>
            <a:lvl5pPr>
              <a:defRPr sz="1275" b="1">
                <a:solidFill>
                  <a:srgbClr val="10212D"/>
                </a:solidFill>
                <a:latin typeface="Arial"/>
                <a:ea typeface="Arial"/>
                <a:cs typeface="Arial"/>
              </a:defRPr>
            </a:lvl5pPr>
            <a:lvl6pPr>
              <a:defRPr sz="1275" b="1">
                <a:solidFill>
                  <a:srgbClr val="10212D"/>
                </a:solidFill>
                <a:latin typeface="Arial"/>
                <a:ea typeface="Arial"/>
                <a:cs typeface="Arial"/>
              </a:defRPr>
            </a:lvl6pPr>
            <a:lvl7pPr>
              <a:defRPr sz="1275" b="1">
                <a:solidFill>
                  <a:srgbClr val="10212D"/>
                </a:solidFill>
                <a:latin typeface="Arial"/>
                <a:ea typeface="Arial"/>
                <a:cs typeface="Arial"/>
              </a:defRPr>
            </a:lvl7pPr>
            <a:lvl8pPr>
              <a:defRPr sz="1275" b="1">
                <a:solidFill>
                  <a:srgbClr val="10212D"/>
                </a:solidFill>
                <a:latin typeface="Arial"/>
                <a:ea typeface="Arial"/>
                <a:cs typeface="Arial"/>
              </a:defRPr>
            </a:lvl8pPr>
            <a:lvl9pPr>
              <a:defRPr sz="1275" b="1">
                <a:solidFill>
                  <a:srgbClr val="10212D"/>
                </a:solidFill>
                <a:latin typeface="Arial"/>
                <a:ea typeface="Arial"/>
                <a:cs typeface="Arial"/>
              </a:defRPr>
            </a:lvl9pPr>
          </a:lstStyle>
          <a:p xmlns:a="http://schemas.openxmlformats.org/drawingml/2006/main">
            <a:pPr>
              <a:defRPr sz="1275" b="1">
                <a:solidFill>
                  <a:srgbClr val="10212D"/>
                </a:solidFill>
                <a:latin typeface="Arial"/>
                <a:ea typeface="Arial"/>
                <a:cs typeface="Arial"/>
              </a:defRPr>
            </a:pPr>
            <a:r>
              <a:rPr sz="1275" b="1">
                <a:solidFill>
                  <a:srgbClr val="10212D"/>
                </a:solidFill>
                <a:latin typeface="Arial"/>
                <a:ea typeface="Arial"/>
                <a:cs typeface="Arial"/>
              </a:rPr>
              <a:t>True damage</a:t>
            </a:r>
          </a:p>
        </p:txBody>
      </p:sp>
      <p:sp>
        <p:nvSpPr>
          <p:cNvPr id="21" name="">
            <a:extLst xmlns:a="http://schemas.openxmlformats.org/drawingml/2006/main">
              <a:ext uri="{FF2B5EF4-FFF2-40B4-BE49-F238E27FC236}">
                <a16:creationId xmlns:a16="http://schemas.microsoft.com/office/drawing/2014/main" id="{4CEF6945-6234-4D62-8705-B864DA5CA5F1}"/>
              </a:ext>
            </a:extLst>
          </p:cNvPr>
          <p:cNvSpPr>
            <a:spLocks xmlns:a="http://schemas.openxmlformats.org/drawingml/2006/main" noGrp="1"/>
          </p:cNvSpPr>
          <p:nvPr/>
        </p:nvSpPr>
        <p:spPr>
          <a:xfrm xmlns:a="http://schemas.openxmlformats.org/drawingml/2006/main">
            <a:off x="5905500" y="4476750"/>
            <a:ext cx="2476500" cy="514350"/>
          </a:xfrm>
          <a:prstGeom xmlns:a="http://schemas.openxmlformats.org/drawingml/2006/main" prst="roundRect">
            <a:avLst>
              <a:gd name="adj" fmla="val 14815"/>
            </a:avLst>
          </a:prstGeom>
          <a:solidFill xmlns:a="http://schemas.openxmlformats.org/drawingml/2006/main">
            <a:srgbClr val="D9F4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3B9060-4C5E-417E-B61B-77EB29B26DD9}"/>
              </a:ext>
            </a:extLst>
          </p:cNvPr>
          <p:cNvSpPr>
            <a:spLocks xmlns:a="http://schemas.openxmlformats.org/drawingml/2006/main" noGrp="1"/>
          </p:cNvSpPr>
          <p:nvPr/>
        </p:nvSpPr>
        <p:spPr>
          <a:xfrm xmlns:a="http://schemas.openxmlformats.org/drawingml/2006/main">
            <a:off x="8572500" y="4476750"/>
            <a:ext cx="1714500" cy="514350"/>
          </a:xfrm>
          <a:prstGeom xmlns:a="http://schemas.openxmlformats.org/drawingml/2006/main" prst="roundRect">
            <a:avLst>
              <a:gd name="adj" fmla="val 14815"/>
            </a:avLst>
          </a:prstGeom>
          <a:solidFill xmlns:a="http://schemas.openxmlformats.org/drawingml/2006/main">
            <a:srgbClr val="F5F7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485CB06-CE23-4CC0-BF20-7BDD03FF73E7}"/>
              </a:ext>
            </a:extLst>
          </p:cNvPr>
          <p:cNvSpPr>
            <a:spLocks xmlns:a="http://schemas.openxmlformats.org/drawingml/2006/main" noGrp="1"/>
          </p:cNvSpPr>
          <p:nvPr/>
        </p:nvSpPr>
        <p:spPr>
          <a:xfrm xmlns:a="http://schemas.openxmlformats.org/drawingml/2006/main">
            <a:off x="5905500" y="5105400"/>
            <a:ext cx="2476500" cy="514350"/>
          </a:xfrm>
          <a:prstGeom xmlns:a="http://schemas.openxmlformats.org/drawingml/2006/main" prst="roundRect">
            <a:avLst>
              <a:gd name="adj" fmla="val 14815"/>
            </a:avLst>
          </a:prstGeom>
          <a:solidFill xmlns:a="http://schemas.openxmlformats.org/drawingml/2006/main">
            <a:srgbClr val="FDE6D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98F8D57-CD6F-4E0F-A89D-B5C601CE197F}"/>
              </a:ext>
            </a:extLst>
          </p:cNvPr>
          <p:cNvSpPr>
            <a:spLocks xmlns:a="http://schemas.openxmlformats.org/drawingml/2006/main" noGrp="1"/>
          </p:cNvSpPr>
          <p:nvPr/>
        </p:nvSpPr>
        <p:spPr>
          <a:xfrm xmlns:a="http://schemas.openxmlformats.org/drawingml/2006/main">
            <a:off x="8572500" y="5105400"/>
            <a:ext cx="1714500" cy="514350"/>
          </a:xfrm>
          <a:prstGeom xmlns:a="http://schemas.openxmlformats.org/drawingml/2006/main" prst="roundRect">
            <a:avLst>
              <a:gd name="adj" fmla="val 14815"/>
            </a:avLst>
          </a:prstGeom>
          <a:solidFill xmlns:a="http://schemas.openxmlformats.org/drawingml/2006/main">
            <a:srgbClr val="FDE6D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FEDA621-7654-445E-B638-71CE6B09E52F}"/>
              </a:ext>
            </a:extLst>
          </p:cNvPr>
          <p:cNvSpPr>
            <a:spLocks xmlns:a="http://schemas.openxmlformats.org/drawingml/2006/main" noGrp="1"/>
          </p:cNvSpPr>
          <p:nvPr/>
        </p:nvSpPr>
        <p:spPr>
          <a:xfrm xmlns:a="http://schemas.openxmlformats.org/drawingml/2006/main">
            <a:off x="5905500" y="46005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F33"/>
                </a:solidFill>
                <a:latin typeface="Arial"/>
                <a:ea typeface="Arial"/>
                <a:cs typeface="Arial"/>
              </a:defRPr>
            </a:defPPr>
            <a:lvl1pPr>
              <a:defRPr sz="1350" b="1">
                <a:solidFill>
                  <a:srgbClr val="0B1F33"/>
                </a:solidFill>
                <a:latin typeface="Arial"/>
                <a:ea typeface="Arial"/>
                <a:cs typeface="Arial"/>
              </a:defRPr>
            </a:lvl1pPr>
            <a:lvl2pPr>
              <a:defRPr sz="1350" b="1">
                <a:solidFill>
                  <a:srgbClr val="0B1F33"/>
                </a:solidFill>
                <a:latin typeface="Arial"/>
                <a:ea typeface="Arial"/>
                <a:cs typeface="Arial"/>
              </a:defRPr>
            </a:lvl2pPr>
            <a:lvl3pPr>
              <a:defRPr sz="1350" b="1">
                <a:solidFill>
                  <a:srgbClr val="0B1F33"/>
                </a:solidFill>
                <a:latin typeface="Arial"/>
                <a:ea typeface="Arial"/>
                <a:cs typeface="Arial"/>
              </a:defRPr>
            </a:lvl3pPr>
            <a:lvl4pPr>
              <a:defRPr sz="1350" b="1">
                <a:solidFill>
                  <a:srgbClr val="0B1F33"/>
                </a:solidFill>
                <a:latin typeface="Arial"/>
                <a:ea typeface="Arial"/>
                <a:cs typeface="Arial"/>
              </a:defRPr>
            </a:lvl4pPr>
            <a:lvl5pPr>
              <a:defRPr sz="1350" b="1">
                <a:solidFill>
                  <a:srgbClr val="0B1F33"/>
                </a:solidFill>
                <a:latin typeface="Arial"/>
                <a:ea typeface="Arial"/>
                <a:cs typeface="Arial"/>
              </a:defRPr>
            </a:lvl5pPr>
            <a:lvl6pPr>
              <a:defRPr sz="1350" b="1">
                <a:solidFill>
                  <a:srgbClr val="0B1F33"/>
                </a:solidFill>
                <a:latin typeface="Arial"/>
                <a:ea typeface="Arial"/>
                <a:cs typeface="Arial"/>
              </a:defRPr>
            </a:lvl6pPr>
            <a:lvl7pPr>
              <a:defRPr sz="1350" b="1">
                <a:solidFill>
                  <a:srgbClr val="0B1F33"/>
                </a:solidFill>
                <a:latin typeface="Arial"/>
                <a:ea typeface="Arial"/>
                <a:cs typeface="Arial"/>
              </a:defRPr>
            </a:lvl7pPr>
            <a:lvl8pPr>
              <a:defRPr sz="1350" b="1">
                <a:solidFill>
                  <a:srgbClr val="0B1F33"/>
                </a:solidFill>
                <a:latin typeface="Arial"/>
                <a:ea typeface="Arial"/>
                <a:cs typeface="Arial"/>
              </a:defRPr>
            </a:lvl8pPr>
            <a:lvl9pPr>
              <a:defRPr sz="1350" b="1">
                <a:solidFill>
                  <a:srgbClr val="0B1F33"/>
                </a:solidFill>
                <a:latin typeface="Arial"/>
                <a:ea typeface="Arial"/>
                <a:cs typeface="Arial"/>
              </a:defRPr>
            </a:lvl9pPr>
          </a:lstStyle>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1,493</a:t>
            </a:r>
          </a:p>
        </p:txBody>
      </p:sp>
      <p:sp>
        <p:nvSpPr>
          <p:cNvPr id="26" name="">
            <a:extLst xmlns:a="http://schemas.openxmlformats.org/drawingml/2006/main">
              <a:ext uri="{FF2B5EF4-FFF2-40B4-BE49-F238E27FC236}">
                <a16:creationId xmlns:a16="http://schemas.microsoft.com/office/drawing/2014/main" id="{EEC21F06-8C86-4330-B015-83FCA105A258}"/>
              </a:ext>
            </a:extLst>
          </p:cNvPr>
          <p:cNvSpPr>
            <a:spLocks xmlns:a="http://schemas.openxmlformats.org/drawingml/2006/main" noGrp="1"/>
          </p:cNvSpPr>
          <p:nvPr/>
        </p:nvSpPr>
        <p:spPr>
          <a:xfrm xmlns:a="http://schemas.openxmlformats.org/drawingml/2006/main">
            <a:off x="8572500" y="4600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F33"/>
                </a:solidFill>
                <a:latin typeface="Arial"/>
                <a:ea typeface="Arial"/>
                <a:cs typeface="Arial"/>
              </a:defRPr>
            </a:defPPr>
            <a:lvl1pPr>
              <a:defRPr sz="1350" b="1">
                <a:solidFill>
                  <a:srgbClr val="0B1F33"/>
                </a:solidFill>
                <a:latin typeface="Arial"/>
                <a:ea typeface="Arial"/>
                <a:cs typeface="Arial"/>
              </a:defRPr>
            </a:lvl1pPr>
            <a:lvl2pPr>
              <a:defRPr sz="1350" b="1">
                <a:solidFill>
                  <a:srgbClr val="0B1F33"/>
                </a:solidFill>
                <a:latin typeface="Arial"/>
                <a:ea typeface="Arial"/>
                <a:cs typeface="Arial"/>
              </a:defRPr>
            </a:lvl2pPr>
            <a:lvl3pPr>
              <a:defRPr sz="1350" b="1">
                <a:solidFill>
                  <a:srgbClr val="0B1F33"/>
                </a:solidFill>
                <a:latin typeface="Arial"/>
                <a:ea typeface="Arial"/>
                <a:cs typeface="Arial"/>
              </a:defRPr>
            </a:lvl3pPr>
            <a:lvl4pPr>
              <a:defRPr sz="1350" b="1">
                <a:solidFill>
                  <a:srgbClr val="0B1F33"/>
                </a:solidFill>
                <a:latin typeface="Arial"/>
                <a:ea typeface="Arial"/>
                <a:cs typeface="Arial"/>
              </a:defRPr>
            </a:lvl4pPr>
            <a:lvl5pPr>
              <a:defRPr sz="1350" b="1">
                <a:solidFill>
                  <a:srgbClr val="0B1F33"/>
                </a:solidFill>
                <a:latin typeface="Arial"/>
                <a:ea typeface="Arial"/>
                <a:cs typeface="Arial"/>
              </a:defRPr>
            </a:lvl5pPr>
            <a:lvl6pPr>
              <a:defRPr sz="1350" b="1">
                <a:solidFill>
                  <a:srgbClr val="0B1F33"/>
                </a:solidFill>
                <a:latin typeface="Arial"/>
                <a:ea typeface="Arial"/>
                <a:cs typeface="Arial"/>
              </a:defRPr>
            </a:lvl6pPr>
            <a:lvl7pPr>
              <a:defRPr sz="1350" b="1">
                <a:solidFill>
                  <a:srgbClr val="0B1F33"/>
                </a:solidFill>
                <a:latin typeface="Arial"/>
                <a:ea typeface="Arial"/>
                <a:cs typeface="Arial"/>
              </a:defRPr>
            </a:lvl7pPr>
            <a:lvl8pPr>
              <a:defRPr sz="1350" b="1">
                <a:solidFill>
                  <a:srgbClr val="0B1F33"/>
                </a:solidFill>
                <a:latin typeface="Arial"/>
                <a:ea typeface="Arial"/>
                <a:cs typeface="Arial"/>
              </a:defRPr>
            </a:lvl8pPr>
            <a:lvl9pPr>
              <a:defRPr sz="1350" b="1">
                <a:solidFill>
                  <a:srgbClr val="0B1F33"/>
                </a:solidFill>
                <a:latin typeface="Arial"/>
                <a:ea typeface="Arial"/>
                <a:cs typeface="Arial"/>
              </a:defRPr>
            </a:lvl9pPr>
          </a:lstStyle>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0</a:t>
            </a:r>
          </a:p>
        </p:txBody>
      </p:sp>
      <p:sp>
        <p:nvSpPr>
          <p:cNvPr id="27" name="">
            <a:extLst xmlns:a="http://schemas.openxmlformats.org/drawingml/2006/main">
              <a:ext uri="{FF2B5EF4-FFF2-40B4-BE49-F238E27FC236}">
                <a16:creationId xmlns:a16="http://schemas.microsoft.com/office/drawing/2014/main" id="{A0AF42D2-4EDE-4211-9113-1885332A7262}"/>
              </a:ext>
            </a:extLst>
          </p:cNvPr>
          <p:cNvSpPr>
            <a:spLocks xmlns:a="http://schemas.openxmlformats.org/drawingml/2006/main" noGrp="1"/>
          </p:cNvSpPr>
          <p:nvPr/>
        </p:nvSpPr>
        <p:spPr>
          <a:xfrm xmlns:a="http://schemas.openxmlformats.org/drawingml/2006/main">
            <a:off x="5905500" y="52292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F33"/>
                </a:solidFill>
                <a:latin typeface="Arial"/>
                <a:ea typeface="Arial"/>
                <a:cs typeface="Arial"/>
              </a:defRPr>
            </a:defPPr>
            <a:lvl1pPr>
              <a:defRPr sz="1350" b="1">
                <a:solidFill>
                  <a:srgbClr val="0B1F33"/>
                </a:solidFill>
                <a:latin typeface="Arial"/>
                <a:ea typeface="Arial"/>
                <a:cs typeface="Arial"/>
              </a:defRPr>
            </a:lvl1pPr>
            <a:lvl2pPr>
              <a:defRPr sz="1350" b="1">
                <a:solidFill>
                  <a:srgbClr val="0B1F33"/>
                </a:solidFill>
                <a:latin typeface="Arial"/>
                <a:ea typeface="Arial"/>
                <a:cs typeface="Arial"/>
              </a:defRPr>
            </a:lvl2pPr>
            <a:lvl3pPr>
              <a:defRPr sz="1350" b="1">
                <a:solidFill>
                  <a:srgbClr val="0B1F33"/>
                </a:solidFill>
                <a:latin typeface="Arial"/>
                <a:ea typeface="Arial"/>
                <a:cs typeface="Arial"/>
              </a:defRPr>
            </a:lvl3pPr>
            <a:lvl4pPr>
              <a:defRPr sz="1350" b="1">
                <a:solidFill>
                  <a:srgbClr val="0B1F33"/>
                </a:solidFill>
                <a:latin typeface="Arial"/>
                <a:ea typeface="Arial"/>
                <a:cs typeface="Arial"/>
              </a:defRPr>
            </a:lvl4pPr>
            <a:lvl5pPr>
              <a:defRPr sz="1350" b="1">
                <a:solidFill>
                  <a:srgbClr val="0B1F33"/>
                </a:solidFill>
                <a:latin typeface="Arial"/>
                <a:ea typeface="Arial"/>
                <a:cs typeface="Arial"/>
              </a:defRPr>
            </a:lvl5pPr>
            <a:lvl6pPr>
              <a:defRPr sz="1350" b="1">
                <a:solidFill>
                  <a:srgbClr val="0B1F33"/>
                </a:solidFill>
                <a:latin typeface="Arial"/>
                <a:ea typeface="Arial"/>
                <a:cs typeface="Arial"/>
              </a:defRPr>
            </a:lvl6pPr>
            <a:lvl7pPr>
              <a:defRPr sz="1350" b="1">
                <a:solidFill>
                  <a:srgbClr val="0B1F33"/>
                </a:solidFill>
                <a:latin typeface="Arial"/>
                <a:ea typeface="Arial"/>
                <a:cs typeface="Arial"/>
              </a:defRPr>
            </a:lvl7pPr>
            <a:lvl8pPr>
              <a:defRPr sz="1350" b="1">
                <a:solidFill>
                  <a:srgbClr val="0B1F33"/>
                </a:solidFill>
                <a:latin typeface="Arial"/>
                <a:ea typeface="Arial"/>
                <a:cs typeface="Arial"/>
              </a:defRPr>
            </a:lvl8pPr>
            <a:lvl9pPr>
              <a:defRPr sz="1350" b="1">
                <a:solidFill>
                  <a:srgbClr val="0B1F33"/>
                </a:solidFill>
                <a:latin typeface="Arial"/>
                <a:ea typeface="Arial"/>
                <a:cs typeface="Arial"/>
              </a:defRPr>
            </a:lvl9pPr>
          </a:lstStyle>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140</a:t>
            </a:r>
          </a:p>
        </p:txBody>
      </p:sp>
      <p:sp>
        <p:nvSpPr>
          <p:cNvPr id="28" name="">
            <a:extLst xmlns:a="http://schemas.openxmlformats.org/drawingml/2006/main">
              <a:ext uri="{FF2B5EF4-FFF2-40B4-BE49-F238E27FC236}">
                <a16:creationId xmlns:a16="http://schemas.microsoft.com/office/drawing/2014/main" id="{DAE5C236-9AAD-4D6D-9807-33D6CAF724C1}"/>
              </a:ext>
            </a:extLst>
          </p:cNvPr>
          <p:cNvSpPr>
            <a:spLocks xmlns:a="http://schemas.openxmlformats.org/drawingml/2006/main" noGrp="1"/>
          </p:cNvSpPr>
          <p:nvPr/>
        </p:nvSpPr>
        <p:spPr>
          <a:xfrm xmlns:a="http://schemas.openxmlformats.org/drawingml/2006/main">
            <a:off x="8572500" y="52292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F33"/>
                </a:solidFill>
                <a:latin typeface="Arial"/>
                <a:ea typeface="Arial"/>
                <a:cs typeface="Arial"/>
              </a:defRPr>
            </a:defPPr>
            <a:lvl1pPr>
              <a:defRPr sz="1350" b="1">
                <a:solidFill>
                  <a:srgbClr val="0B1F33"/>
                </a:solidFill>
                <a:latin typeface="Arial"/>
                <a:ea typeface="Arial"/>
                <a:cs typeface="Arial"/>
              </a:defRPr>
            </a:lvl1pPr>
            <a:lvl2pPr>
              <a:defRPr sz="1350" b="1">
                <a:solidFill>
                  <a:srgbClr val="0B1F33"/>
                </a:solidFill>
                <a:latin typeface="Arial"/>
                <a:ea typeface="Arial"/>
                <a:cs typeface="Arial"/>
              </a:defRPr>
            </a:lvl2pPr>
            <a:lvl3pPr>
              <a:defRPr sz="1350" b="1">
                <a:solidFill>
                  <a:srgbClr val="0B1F33"/>
                </a:solidFill>
                <a:latin typeface="Arial"/>
                <a:ea typeface="Arial"/>
                <a:cs typeface="Arial"/>
              </a:defRPr>
            </a:lvl3pPr>
            <a:lvl4pPr>
              <a:defRPr sz="1350" b="1">
                <a:solidFill>
                  <a:srgbClr val="0B1F33"/>
                </a:solidFill>
                <a:latin typeface="Arial"/>
                <a:ea typeface="Arial"/>
                <a:cs typeface="Arial"/>
              </a:defRPr>
            </a:lvl4pPr>
            <a:lvl5pPr>
              <a:defRPr sz="1350" b="1">
                <a:solidFill>
                  <a:srgbClr val="0B1F33"/>
                </a:solidFill>
                <a:latin typeface="Arial"/>
                <a:ea typeface="Arial"/>
                <a:cs typeface="Arial"/>
              </a:defRPr>
            </a:lvl5pPr>
            <a:lvl6pPr>
              <a:defRPr sz="1350" b="1">
                <a:solidFill>
                  <a:srgbClr val="0B1F33"/>
                </a:solidFill>
                <a:latin typeface="Arial"/>
                <a:ea typeface="Arial"/>
                <a:cs typeface="Arial"/>
              </a:defRPr>
            </a:lvl6pPr>
            <a:lvl7pPr>
              <a:defRPr sz="1350" b="1">
                <a:solidFill>
                  <a:srgbClr val="0B1F33"/>
                </a:solidFill>
                <a:latin typeface="Arial"/>
                <a:ea typeface="Arial"/>
                <a:cs typeface="Arial"/>
              </a:defRPr>
            </a:lvl7pPr>
            <a:lvl8pPr>
              <a:defRPr sz="1350" b="1">
                <a:solidFill>
                  <a:srgbClr val="0B1F33"/>
                </a:solidFill>
                <a:latin typeface="Arial"/>
                <a:ea typeface="Arial"/>
                <a:cs typeface="Arial"/>
              </a:defRPr>
            </a:lvl8pPr>
            <a:lvl9pPr>
              <a:defRPr sz="1350" b="1">
                <a:solidFill>
                  <a:srgbClr val="0B1F33"/>
                </a:solidFill>
                <a:latin typeface="Arial"/>
                <a:ea typeface="Arial"/>
                <a:cs typeface="Arial"/>
              </a:defRPr>
            </a:lvl9pPr>
          </a:lstStyle>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1,348</a:t>
            </a:r>
          </a:p>
        </p:txBody>
      </p:sp>
      <p:sp>
        <p:nvSpPr>
          <p:cNvPr id="29" name="">
            <a:extLst xmlns:a="http://schemas.openxmlformats.org/drawingml/2006/main">
              <a:ext uri="{FF2B5EF4-FFF2-40B4-BE49-F238E27FC236}">
                <a16:creationId xmlns:a16="http://schemas.microsoft.com/office/drawing/2014/main" id="{F7F68AF7-0491-4BA1-AFFA-847EA481845B}"/>
              </a:ext>
            </a:extLst>
          </p:cNvPr>
          <p:cNvSpPr>
            <a:spLocks xmlns:a="http://schemas.openxmlformats.org/drawingml/2006/main" noGrp="1"/>
          </p:cNvSpPr>
          <p:nvPr/>
        </p:nvSpPr>
        <p:spPr>
          <a:xfrm xmlns:a="http://schemas.openxmlformats.org/drawingml/2006/main">
            <a:off x="685800" y="586740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06F"/>
                </a:solidFill>
                <a:latin typeface="Arial"/>
                <a:ea typeface="Arial"/>
                <a:cs typeface="Arial"/>
              </a:defRPr>
            </a:defPPr>
            <a:lvl1pPr>
              <a:defRPr sz="1125" b="0">
                <a:solidFill>
                  <a:srgbClr val="48606F"/>
                </a:solidFill>
                <a:latin typeface="Arial"/>
                <a:ea typeface="Arial"/>
                <a:cs typeface="Arial"/>
              </a:defRPr>
            </a:lvl1pPr>
            <a:lvl2pPr>
              <a:defRPr sz="1125" b="0">
                <a:solidFill>
                  <a:srgbClr val="48606F"/>
                </a:solidFill>
                <a:latin typeface="Arial"/>
                <a:ea typeface="Arial"/>
                <a:cs typeface="Arial"/>
              </a:defRPr>
            </a:lvl2pPr>
            <a:lvl3pPr>
              <a:defRPr sz="1125" b="0">
                <a:solidFill>
                  <a:srgbClr val="48606F"/>
                </a:solidFill>
                <a:latin typeface="Arial"/>
                <a:ea typeface="Arial"/>
                <a:cs typeface="Arial"/>
              </a:defRPr>
            </a:lvl3pPr>
            <a:lvl4pPr>
              <a:defRPr sz="1125" b="0">
                <a:solidFill>
                  <a:srgbClr val="48606F"/>
                </a:solidFill>
                <a:latin typeface="Arial"/>
                <a:ea typeface="Arial"/>
                <a:cs typeface="Arial"/>
              </a:defRPr>
            </a:lvl4pPr>
            <a:lvl5pPr>
              <a:defRPr sz="1125" b="0">
                <a:solidFill>
                  <a:srgbClr val="48606F"/>
                </a:solidFill>
                <a:latin typeface="Arial"/>
                <a:ea typeface="Arial"/>
                <a:cs typeface="Arial"/>
              </a:defRPr>
            </a:lvl5pPr>
            <a:lvl6pPr>
              <a:defRPr sz="1125" b="0">
                <a:solidFill>
                  <a:srgbClr val="48606F"/>
                </a:solidFill>
                <a:latin typeface="Arial"/>
                <a:ea typeface="Arial"/>
                <a:cs typeface="Arial"/>
              </a:defRPr>
            </a:lvl6pPr>
            <a:lvl7pPr>
              <a:defRPr sz="1125" b="0">
                <a:solidFill>
                  <a:srgbClr val="48606F"/>
                </a:solidFill>
                <a:latin typeface="Arial"/>
                <a:ea typeface="Arial"/>
                <a:cs typeface="Arial"/>
              </a:defRPr>
            </a:lvl7pPr>
            <a:lvl8pPr>
              <a:defRPr sz="1125" b="0">
                <a:solidFill>
                  <a:srgbClr val="48606F"/>
                </a:solidFill>
                <a:latin typeface="Arial"/>
                <a:ea typeface="Arial"/>
                <a:cs typeface="Arial"/>
              </a:defRPr>
            </a:lvl8pPr>
            <a:lvl9pPr>
              <a:defRPr sz="1125" b="0">
                <a:solidFill>
                  <a:srgbClr val="48606F"/>
                </a:solidFill>
                <a:latin typeface="Arial"/>
                <a:ea typeface="Arial"/>
                <a:cs typeface="Arial"/>
              </a:defRPr>
            </a:lvl9pPr>
          </a:lstStyle>
          <a:p xmlns:a="http://schemas.openxmlformats.org/drawingml/2006/main">
            <a:pPr>
              <a:defRPr sz="1125" b="0">
                <a:solidFill>
                  <a:srgbClr val="48606F"/>
                </a:solidFill>
                <a:latin typeface="Arial"/>
                <a:ea typeface="Arial"/>
                <a:cs typeface="Arial"/>
              </a:defRPr>
            </a:pPr>
            <a:r>
              <a:rPr sz="1125" b="0">
                <a:solidFill>
                  <a:srgbClr val="48606F"/>
                </a:solidFill>
                <a:latin typeface="Arial"/>
                <a:ea typeface="Arial"/>
                <a:cs typeface="Arial"/>
              </a:rPr>
              <a:t>Train: K001, KA04, KA15, KA16, KI16    Validation: K002, KI14    Test: K003, KI04</a:t>
            </a:r>
          </a:p>
        </p:txBody>
      </p:sp>
      <p:sp>
        <p:nvSpPr>
          <p:cNvPr id="30" name="">
            <a:extLst xmlns:a="http://schemas.openxmlformats.org/drawingml/2006/main">
              <a:ext uri="{FF2B5EF4-FFF2-40B4-BE49-F238E27FC236}">
                <a16:creationId xmlns:a16="http://schemas.microsoft.com/office/drawing/2014/main" id="{F07931E8-FC4C-44EC-BB38-A07194B32D18}"/>
              </a:ext>
            </a:extLst>
          </p:cNvPr>
          <p:cNvSpPr>
            <a:spLocks xmlns:a="http://schemas.openxmlformats.org/drawingml/2006/main" noGrp="1"/>
          </p:cNvSpPr>
          <p:nvPr/>
        </p:nvSpPr>
        <p:spPr>
          <a:xfrm xmlns:a="http://schemas.openxmlformats.org/drawingml/2006/main">
            <a:off x="685800" y="64960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8606F"/>
                </a:solidFill>
                <a:latin typeface="Arial"/>
                <a:ea typeface="Arial"/>
                <a:cs typeface="Arial"/>
              </a:defRPr>
            </a:defPPr>
            <a:lvl1pPr>
              <a:defRPr sz="900" b="0">
                <a:solidFill>
                  <a:srgbClr val="48606F"/>
                </a:solidFill>
                <a:latin typeface="Arial"/>
                <a:ea typeface="Arial"/>
                <a:cs typeface="Arial"/>
              </a:defRPr>
            </a:lvl1pPr>
            <a:lvl2pPr>
              <a:defRPr sz="900" b="0">
                <a:solidFill>
                  <a:srgbClr val="48606F"/>
                </a:solidFill>
                <a:latin typeface="Arial"/>
                <a:ea typeface="Arial"/>
                <a:cs typeface="Arial"/>
              </a:defRPr>
            </a:lvl2pPr>
            <a:lvl3pPr>
              <a:defRPr sz="900" b="0">
                <a:solidFill>
                  <a:srgbClr val="48606F"/>
                </a:solidFill>
                <a:latin typeface="Arial"/>
                <a:ea typeface="Arial"/>
                <a:cs typeface="Arial"/>
              </a:defRPr>
            </a:lvl3pPr>
            <a:lvl4pPr>
              <a:defRPr sz="900" b="0">
                <a:solidFill>
                  <a:srgbClr val="48606F"/>
                </a:solidFill>
                <a:latin typeface="Arial"/>
                <a:ea typeface="Arial"/>
                <a:cs typeface="Arial"/>
              </a:defRPr>
            </a:lvl4pPr>
            <a:lvl5pPr>
              <a:defRPr sz="900" b="0">
                <a:solidFill>
                  <a:srgbClr val="48606F"/>
                </a:solidFill>
                <a:latin typeface="Arial"/>
                <a:ea typeface="Arial"/>
                <a:cs typeface="Arial"/>
              </a:defRPr>
            </a:lvl5pPr>
            <a:lvl6pPr>
              <a:defRPr sz="900" b="0">
                <a:solidFill>
                  <a:srgbClr val="48606F"/>
                </a:solidFill>
                <a:latin typeface="Arial"/>
                <a:ea typeface="Arial"/>
                <a:cs typeface="Arial"/>
              </a:defRPr>
            </a:lvl6pPr>
            <a:lvl7pPr>
              <a:defRPr sz="900" b="0">
                <a:solidFill>
                  <a:srgbClr val="48606F"/>
                </a:solidFill>
                <a:latin typeface="Arial"/>
                <a:ea typeface="Arial"/>
                <a:cs typeface="Arial"/>
              </a:defRPr>
            </a:lvl7pPr>
            <a:lvl8pPr>
              <a:defRPr sz="900" b="0">
                <a:solidFill>
                  <a:srgbClr val="48606F"/>
                </a:solidFill>
                <a:latin typeface="Arial"/>
                <a:ea typeface="Arial"/>
                <a:cs typeface="Arial"/>
              </a:defRPr>
            </a:lvl8pPr>
            <a:lvl9pPr>
              <a:defRPr sz="900" b="0">
                <a:solidFill>
                  <a:srgbClr val="48606F"/>
                </a:solidFill>
                <a:latin typeface="Arial"/>
                <a:ea typeface="Arial"/>
                <a:cs typeface="Arial"/>
              </a:defRPr>
            </a:lvl9pPr>
          </a:lstStyle>
          <a:p xmlns:a="http://schemas.openxmlformats.org/drawingml/2006/main">
            <a:pPr>
              <a:defRPr sz="900" b="0">
                <a:solidFill>
                  <a:srgbClr val="48606F"/>
                </a:solidFill>
                <a:latin typeface="Arial"/>
                <a:ea typeface="Arial"/>
                <a:cs typeface="Arial"/>
              </a:defRPr>
            </a:pPr>
            <a:r>
              <a:rPr sz="900" b="0">
                <a:solidFill>
                  <a:srgbClr val="48606F"/>
                </a:solidFill>
                <a:latin typeface="Arial"/>
                <a:ea typeface="Arial"/>
                <a:cs typeface="Arial"/>
              </a:rPr>
              <a:t>AXON bearing demo  |  5</a:t>
            </a:r>
          </a:p>
        </p:txBody>
      </p:sp>
    </p:spTree>
    <p:extLst>
      <p:ext uri="{BB962C8B-B14F-4D97-AF65-F5344CB8AC3E}">
        <p14:creationId xmlns:p14="http://schemas.microsoft.com/office/powerpoint/2010/main" val="1184698967"/>
      </p:ext>
    </p:extLst>
  </p:cSld>
</p:sld>
</file>

<file path=ppt/slides/slide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6D1AE4-423D-428F-B5EC-3CB548BAB3CC}"/>
              </a:ext>
            </a:extLst>
          </p:cNvPr>
          <p:cNvSpPr>
            <a:spLocks xmlns:a="http://schemas.openxmlformats.org/drawingml/2006/main" noGrp="1"/>
          </p:cNvSpPr>
          <p:nvPr/>
        </p:nvSpPr>
        <p:spPr>
          <a:xfrm xmlns:a="http://schemas.openxmlformats.org/drawingml/2006/main">
            <a:off x="685800" y="609600"/>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BDE88EEB-4C6B-4A7F-8F5C-DE9509133A29}"/>
              </a:ext>
            </a:extLst>
          </p:cNvPr>
          <p:cNvSpPr>
            <a:spLocks xmlns:a="http://schemas.openxmlformats.org/drawingml/2006/main" noGrp="1"/>
          </p:cNvSpPr>
          <p:nvPr/>
        </p:nvSpPr>
        <p:spPr>
          <a:xfrm xmlns:a="http://schemas.openxmlformats.org/drawingml/2006/main">
            <a:off x="685800" y="1181100"/>
            <a:ext cx="904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C8D7DF"/>
                </a:solidFill>
                <a:latin typeface="Arial"/>
                <a:ea typeface="Arial"/>
                <a:cs typeface="Arial"/>
              </a:defRPr>
            </a:defPPr>
            <a:lvl1pPr>
              <a:defRPr sz="1350" b="0">
                <a:solidFill>
                  <a:srgbClr val="C8D7DF"/>
                </a:solidFill>
                <a:latin typeface="Arial"/>
                <a:ea typeface="Arial"/>
                <a:cs typeface="Arial"/>
              </a:defRPr>
            </a:lvl1pPr>
            <a:lvl2pPr>
              <a:defRPr sz="1350" b="0">
                <a:solidFill>
                  <a:srgbClr val="C8D7DF"/>
                </a:solidFill>
                <a:latin typeface="Arial"/>
                <a:ea typeface="Arial"/>
                <a:cs typeface="Arial"/>
              </a:defRPr>
            </a:lvl2pPr>
            <a:lvl3pPr>
              <a:defRPr sz="1350" b="0">
                <a:solidFill>
                  <a:srgbClr val="C8D7DF"/>
                </a:solidFill>
                <a:latin typeface="Arial"/>
                <a:ea typeface="Arial"/>
                <a:cs typeface="Arial"/>
              </a:defRPr>
            </a:lvl3pPr>
            <a:lvl4pPr>
              <a:defRPr sz="1350" b="0">
                <a:solidFill>
                  <a:srgbClr val="C8D7DF"/>
                </a:solidFill>
                <a:latin typeface="Arial"/>
                <a:ea typeface="Arial"/>
                <a:cs typeface="Arial"/>
              </a:defRPr>
            </a:lvl4pPr>
            <a:lvl5pPr>
              <a:defRPr sz="1350" b="0">
                <a:solidFill>
                  <a:srgbClr val="C8D7DF"/>
                </a:solidFill>
                <a:latin typeface="Arial"/>
                <a:ea typeface="Arial"/>
                <a:cs typeface="Arial"/>
              </a:defRPr>
            </a:lvl5pPr>
            <a:lvl6pPr>
              <a:defRPr sz="1350" b="0">
                <a:solidFill>
                  <a:srgbClr val="C8D7DF"/>
                </a:solidFill>
                <a:latin typeface="Arial"/>
                <a:ea typeface="Arial"/>
                <a:cs typeface="Arial"/>
              </a:defRPr>
            </a:lvl6pPr>
            <a:lvl7pPr>
              <a:defRPr sz="1350" b="0">
                <a:solidFill>
                  <a:srgbClr val="C8D7DF"/>
                </a:solidFill>
                <a:latin typeface="Arial"/>
                <a:ea typeface="Arial"/>
                <a:cs typeface="Arial"/>
              </a:defRPr>
            </a:lvl7pPr>
            <a:lvl8pPr>
              <a:defRPr sz="1350" b="0">
                <a:solidFill>
                  <a:srgbClr val="C8D7DF"/>
                </a:solidFill>
                <a:latin typeface="Arial"/>
                <a:ea typeface="Arial"/>
                <a:cs typeface="Arial"/>
              </a:defRPr>
            </a:lvl8pPr>
            <a:lvl9pPr>
              <a:defRPr sz="1350" b="0">
                <a:solidFill>
                  <a:srgbClr val="C8D7DF"/>
                </a:solidFill>
                <a:latin typeface="Arial"/>
                <a:ea typeface="Arial"/>
                <a:cs typeface="Arial"/>
              </a:defRPr>
            </a:lvl9pPr>
          </a:lstStyle>
          <a:p xmlns:a="http://schemas.openxmlformats.org/drawingml/2006/main">
            <a:pPr>
              <a:defRPr sz="1350" b="0">
                <a:solidFill>
                  <a:srgbClr val="C8D7DF"/>
                </a:solidFill>
                <a:latin typeface="Arial"/>
                <a:ea typeface="Arial"/>
                <a:cs typeface="Arial"/>
              </a:defRPr>
            </a:pPr>
            <a:r>
              <a:rPr sz="1350" b="0">
                <a:solidFill>
                  <a:srgbClr val="C8D7DF"/>
                </a:solidFill>
                <a:latin typeface="Arial"/>
                <a:ea typeface="Arial"/>
                <a:cs typeface="Arial"/>
              </a:rPr>
              <a:t>Use the local dashboard and API to show one healthy result and one documented-damage result.</a:t>
            </a:r>
          </a:p>
        </p:txBody>
      </p:sp>
      <p:sp>
        <p:nvSpPr>
          <p:cNvPr id="3" name="">
            <a:extLst xmlns:a="http://schemas.openxmlformats.org/drawingml/2006/main">
              <a:ext uri="{FF2B5EF4-FFF2-40B4-BE49-F238E27FC236}">
                <a16:creationId xmlns:a16="http://schemas.microsoft.com/office/drawing/2014/main" id="{639E640B-D6F6-44B8-9A41-D4B0C192577B}"/>
              </a:ext>
            </a:extLst>
          </p:cNvPr>
          <p:cNvSpPr>
            <a:spLocks xmlns:a="http://schemas.openxmlformats.org/drawingml/2006/main" noGrp="1"/>
          </p:cNvSpPr>
          <p:nvPr/>
        </p:nvSpPr>
        <p:spPr>
          <a:xfrm xmlns:a="http://schemas.openxmlformats.org/drawingml/2006/main">
            <a:off x="685800" y="1981200"/>
            <a:ext cx="10820400" cy="685800"/>
          </a:xfrm>
          <a:prstGeom xmlns:a="http://schemas.openxmlformats.org/drawingml/2006/main" prst="roundRect">
            <a:avLst>
              <a:gd name="adj" fmla="val 11111"/>
            </a:avLst>
          </a:prstGeom>
          <a:solidFill xmlns:a="http://schemas.openxmlformats.org/drawingml/2006/main">
            <a:srgbClr val="102B4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DCF0EB-E2FF-4681-BBE5-C360B4E97099}"/>
              </a:ext>
            </a:extLst>
          </p:cNvPr>
          <p:cNvSpPr>
            <a:spLocks xmlns:a="http://schemas.openxmlformats.org/drawingml/2006/main" noGrp="1"/>
          </p:cNvSpPr>
          <p:nvPr/>
        </p:nvSpPr>
        <p:spPr>
          <a:xfrm xmlns:a="http://schemas.openxmlformats.org/drawingml/2006/main">
            <a:off x="876300" y="2114550"/>
            <a:ext cx="400050" cy="400050"/>
          </a:xfrm>
          <a:prstGeom xmlns:a="http://schemas.openxmlformats.org/drawingml/2006/main" prst="roundRect">
            <a:avLst>
              <a:gd name="adj" fmla="val 19048"/>
            </a:avLst>
          </a:prstGeom>
          <a:solidFill xmlns:a="http://schemas.openxmlformats.org/drawingml/2006/main">
            <a:srgbClr val="F47C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C530D5-BD4D-4728-A529-615B431E5B85}"/>
              </a:ext>
            </a:extLst>
          </p:cNvPr>
          <p:cNvSpPr>
            <a:spLocks xmlns:a="http://schemas.openxmlformats.org/drawingml/2006/main" noGrp="1"/>
          </p:cNvSpPr>
          <p:nvPr/>
        </p:nvSpPr>
        <p:spPr>
          <a:xfrm xmlns:a="http://schemas.openxmlformats.org/drawingml/2006/main">
            <a:off x="876300" y="21717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B1F33"/>
                </a:solidFill>
                <a:latin typeface="Arial"/>
                <a:ea typeface="Arial"/>
                <a:cs typeface="Arial"/>
              </a:defRPr>
            </a:defPPr>
            <a:lvl1pPr>
              <a:defRPr sz="1275" b="1">
                <a:solidFill>
                  <a:srgbClr val="0B1F33"/>
                </a:solidFill>
                <a:latin typeface="Arial"/>
                <a:ea typeface="Arial"/>
                <a:cs typeface="Arial"/>
              </a:defRPr>
            </a:lvl1pPr>
            <a:lvl2pPr>
              <a:defRPr sz="1275" b="1">
                <a:solidFill>
                  <a:srgbClr val="0B1F33"/>
                </a:solidFill>
                <a:latin typeface="Arial"/>
                <a:ea typeface="Arial"/>
                <a:cs typeface="Arial"/>
              </a:defRPr>
            </a:lvl2pPr>
            <a:lvl3pPr>
              <a:defRPr sz="1275" b="1">
                <a:solidFill>
                  <a:srgbClr val="0B1F33"/>
                </a:solidFill>
                <a:latin typeface="Arial"/>
                <a:ea typeface="Arial"/>
                <a:cs typeface="Arial"/>
              </a:defRPr>
            </a:lvl3pPr>
            <a:lvl4pPr>
              <a:defRPr sz="1275" b="1">
                <a:solidFill>
                  <a:srgbClr val="0B1F33"/>
                </a:solidFill>
                <a:latin typeface="Arial"/>
                <a:ea typeface="Arial"/>
                <a:cs typeface="Arial"/>
              </a:defRPr>
            </a:lvl4pPr>
            <a:lvl5pPr>
              <a:defRPr sz="1275" b="1">
                <a:solidFill>
                  <a:srgbClr val="0B1F33"/>
                </a:solidFill>
                <a:latin typeface="Arial"/>
                <a:ea typeface="Arial"/>
                <a:cs typeface="Arial"/>
              </a:defRPr>
            </a:lvl5pPr>
            <a:lvl6pPr>
              <a:defRPr sz="1275" b="1">
                <a:solidFill>
                  <a:srgbClr val="0B1F33"/>
                </a:solidFill>
                <a:latin typeface="Arial"/>
                <a:ea typeface="Arial"/>
                <a:cs typeface="Arial"/>
              </a:defRPr>
            </a:lvl6pPr>
            <a:lvl7pPr>
              <a:defRPr sz="1275" b="1">
                <a:solidFill>
                  <a:srgbClr val="0B1F33"/>
                </a:solidFill>
                <a:latin typeface="Arial"/>
                <a:ea typeface="Arial"/>
                <a:cs typeface="Arial"/>
              </a:defRPr>
            </a:lvl7pPr>
            <a:lvl8pPr>
              <a:defRPr sz="1275" b="1">
                <a:solidFill>
                  <a:srgbClr val="0B1F33"/>
                </a:solidFill>
                <a:latin typeface="Arial"/>
                <a:ea typeface="Arial"/>
                <a:cs typeface="Arial"/>
              </a:defRPr>
            </a:lvl8pPr>
            <a:lvl9pPr>
              <a:defRPr sz="1275" b="1">
                <a:solidFill>
                  <a:srgbClr val="0B1F33"/>
                </a:solidFill>
                <a:latin typeface="Arial"/>
                <a:ea typeface="Arial"/>
                <a:cs typeface="Arial"/>
              </a:defRPr>
            </a:lvl9pPr>
          </a:lstStyle>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82DF9F7-0CDD-420E-9578-FFDE1E0DA805}"/>
              </a:ext>
            </a:extLst>
          </p:cNvPr>
          <p:cNvSpPr>
            <a:spLocks xmlns:a="http://schemas.openxmlformats.org/drawingml/2006/main" noGrp="1"/>
          </p:cNvSpPr>
          <p:nvPr/>
        </p:nvSpPr>
        <p:spPr>
          <a:xfrm xmlns:a="http://schemas.openxmlformats.org/drawingml/2006/main">
            <a:off x="1543050" y="21431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Open dashboard</a:t>
            </a:r>
          </a:p>
        </p:txBody>
      </p:sp>
      <p:sp>
        <p:nvSpPr>
          <p:cNvPr id="7" name="">
            <a:extLst xmlns:a="http://schemas.openxmlformats.org/drawingml/2006/main">
              <a:ext uri="{FF2B5EF4-FFF2-40B4-BE49-F238E27FC236}">
                <a16:creationId xmlns:a16="http://schemas.microsoft.com/office/drawing/2014/main" id="{2AC9ACAA-6F4F-447B-AEC6-500E52C4D6D4}"/>
              </a:ext>
            </a:extLst>
          </p:cNvPr>
          <p:cNvSpPr>
            <a:spLocks xmlns:a="http://schemas.openxmlformats.org/drawingml/2006/main" noGrp="1"/>
          </p:cNvSpPr>
          <p:nvPr/>
        </p:nvSpPr>
        <p:spPr>
          <a:xfrm xmlns:a="http://schemas.openxmlformats.org/drawingml/2006/main">
            <a:off x="4343400" y="2171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D8E7EE"/>
                </a:solidFill>
                <a:latin typeface="Arial"/>
                <a:ea typeface="Arial"/>
                <a:cs typeface="Arial"/>
              </a:defRPr>
            </a:defPPr>
            <a:lvl1pPr>
              <a:defRPr sz="1200" b="0">
                <a:solidFill>
                  <a:srgbClr val="D8E7EE"/>
                </a:solidFill>
                <a:latin typeface="Arial"/>
                <a:ea typeface="Arial"/>
                <a:cs typeface="Arial"/>
              </a:defRPr>
            </a:lvl1pPr>
            <a:lvl2pPr>
              <a:defRPr sz="1200" b="0">
                <a:solidFill>
                  <a:srgbClr val="D8E7EE"/>
                </a:solidFill>
                <a:latin typeface="Arial"/>
                <a:ea typeface="Arial"/>
                <a:cs typeface="Arial"/>
              </a:defRPr>
            </a:lvl2pPr>
            <a:lvl3pPr>
              <a:defRPr sz="1200" b="0">
                <a:solidFill>
                  <a:srgbClr val="D8E7EE"/>
                </a:solidFill>
                <a:latin typeface="Arial"/>
                <a:ea typeface="Arial"/>
                <a:cs typeface="Arial"/>
              </a:defRPr>
            </a:lvl3pPr>
            <a:lvl4pPr>
              <a:defRPr sz="1200" b="0">
                <a:solidFill>
                  <a:srgbClr val="D8E7EE"/>
                </a:solidFill>
                <a:latin typeface="Arial"/>
                <a:ea typeface="Arial"/>
                <a:cs typeface="Arial"/>
              </a:defRPr>
            </a:lvl4pPr>
            <a:lvl5pPr>
              <a:defRPr sz="1200" b="0">
                <a:solidFill>
                  <a:srgbClr val="D8E7EE"/>
                </a:solidFill>
                <a:latin typeface="Arial"/>
                <a:ea typeface="Arial"/>
                <a:cs typeface="Arial"/>
              </a:defRPr>
            </a:lvl5pPr>
            <a:lvl6pPr>
              <a:defRPr sz="1200" b="0">
                <a:solidFill>
                  <a:srgbClr val="D8E7EE"/>
                </a:solidFill>
                <a:latin typeface="Arial"/>
                <a:ea typeface="Arial"/>
                <a:cs typeface="Arial"/>
              </a:defRPr>
            </a:lvl6pPr>
            <a:lvl7pPr>
              <a:defRPr sz="1200" b="0">
                <a:solidFill>
                  <a:srgbClr val="D8E7EE"/>
                </a:solidFill>
                <a:latin typeface="Arial"/>
                <a:ea typeface="Arial"/>
                <a:cs typeface="Arial"/>
              </a:defRPr>
            </a:lvl7pPr>
            <a:lvl8pPr>
              <a:defRPr sz="1200" b="0">
                <a:solidFill>
                  <a:srgbClr val="D8E7EE"/>
                </a:solidFill>
                <a:latin typeface="Arial"/>
                <a:ea typeface="Arial"/>
                <a:cs typeface="Arial"/>
              </a:defRPr>
            </a:lvl8pPr>
            <a:lvl9pPr>
              <a:defRPr sz="1200" b="0">
                <a:solidFill>
                  <a:srgbClr val="D8E7EE"/>
                </a:solidFill>
                <a:latin typeface="Arial"/>
                <a:ea typeface="Arial"/>
                <a:cs typeface="Arial"/>
              </a:defRPr>
            </a:lvl9pPr>
          </a:lstStyle>
          <a:p xmlns:a="http://schemas.openxmlformats.org/drawingml/2006/main">
            <a:pPr>
              <a:defRPr sz="1200" b="0">
                <a:solidFill>
                  <a:srgbClr val="D8E7EE"/>
                </a:solidFill>
                <a:latin typeface="Arial"/>
                <a:ea typeface="Arial"/>
                <a:cs typeface="Arial"/>
              </a:defRPr>
            </a:pPr>
            <a:r>
              <a:rPr sz="1200" b="0">
                <a:solidFill>
                  <a:srgbClr val="D8E7EE"/>
                </a:solidFill>
                <a:latin typeface="Arial"/>
                <a:ea typeface="Arial"/>
                <a:cs typeface="Arial"/>
              </a:rPr>
              <a:t>http://127.0.0.1:8501/</a:t>
            </a:r>
          </a:p>
        </p:txBody>
      </p:sp>
      <p:sp>
        <p:nvSpPr>
          <p:cNvPr id="8" name="">
            <a:extLst xmlns:a="http://schemas.openxmlformats.org/drawingml/2006/main">
              <a:ext uri="{FF2B5EF4-FFF2-40B4-BE49-F238E27FC236}">
                <a16:creationId xmlns:a16="http://schemas.microsoft.com/office/drawing/2014/main" id="{41D305B9-BFEF-4FE6-8D40-04154ACBF3D5}"/>
              </a:ext>
            </a:extLst>
          </p:cNvPr>
          <p:cNvSpPr>
            <a:spLocks xmlns:a="http://schemas.openxmlformats.org/drawingml/2006/main" noGrp="1"/>
          </p:cNvSpPr>
          <p:nvPr/>
        </p:nvSpPr>
        <p:spPr>
          <a:xfrm xmlns:a="http://schemas.openxmlformats.org/drawingml/2006/main">
            <a:off x="685800" y="2876550"/>
            <a:ext cx="10820400" cy="685800"/>
          </a:xfrm>
          <a:prstGeom xmlns:a="http://schemas.openxmlformats.org/drawingml/2006/main" prst="roundRect">
            <a:avLst>
              <a:gd name="adj" fmla="val 11111"/>
            </a:avLst>
          </a:prstGeom>
          <a:solidFill xmlns:a="http://schemas.openxmlformats.org/drawingml/2006/main">
            <a:srgbClr val="102B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99840C2-78DD-4C7D-9095-0D10CCA2AB30}"/>
              </a:ext>
            </a:extLst>
          </p:cNvPr>
          <p:cNvSpPr>
            <a:spLocks xmlns:a="http://schemas.openxmlformats.org/drawingml/2006/main" noGrp="1"/>
          </p:cNvSpPr>
          <p:nvPr/>
        </p:nvSpPr>
        <p:spPr>
          <a:xfrm xmlns:a="http://schemas.openxmlformats.org/drawingml/2006/main">
            <a:off x="876300" y="3009900"/>
            <a:ext cx="400050" cy="400050"/>
          </a:xfrm>
          <a:prstGeom xmlns:a="http://schemas.openxmlformats.org/drawingml/2006/main" prst="roundRect">
            <a:avLst>
              <a:gd name="adj" fmla="val 19048"/>
            </a:avLst>
          </a:prstGeom>
          <a:solidFill xmlns:a="http://schemas.openxmlformats.org/drawingml/2006/main">
            <a:srgbClr val="F47C2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D1B5D3-66F0-4437-92D8-34EA7836FBB2}"/>
              </a:ext>
            </a:extLst>
          </p:cNvPr>
          <p:cNvSpPr>
            <a:spLocks xmlns:a="http://schemas.openxmlformats.org/drawingml/2006/main" noGrp="1"/>
          </p:cNvSpPr>
          <p:nvPr/>
        </p:nvSpPr>
        <p:spPr>
          <a:xfrm xmlns:a="http://schemas.openxmlformats.org/drawingml/2006/main">
            <a:off x="876300" y="30670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B1F33"/>
                </a:solidFill>
                <a:latin typeface="Arial"/>
                <a:ea typeface="Arial"/>
                <a:cs typeface="Arial"/>
              </a:defRPr>
            </a:defPPr>
            <a:lvl1pPr>
              <a:defRPr sz="1275" b="1">
                <a:solidFill>
                  <a:srgbClr val="0B1F33"/>
                </a:solidFill>
                <a:latin typeface="Arial"/>
                <a:ea typeface="Arial"/>
                <a:cs typeface="Arial"/>
              </a:defRPr>
            </a:lvl1pPr>
            <a:lvl2pPr>
              <a:defRPr sz="1275" b="1">
                <a:solidFill>
                  <a:srgbClr val="0B1F33"/>
                </a:solidFill>
                <a:latin typeface="Arial"/>
                <a:ea typeface="Arial"/>
                <a:cs typeface="Arial"/>
              </a:defRPr>
            </a:lvl2pPr>
            <a:lvl3pPr>
              <a:defRPr sz="1275" b="1">
                <a:solidFill>
                  <a:srgbClr val="0B1F33"/>
                </a:solidFill>
                <a:latin typeface="Arial"/>
                <a:ea typeface="Arial"/>
                <a:cs typeface="Arial"/>
              </a:defRPr>
            </a:lvl3pPr>
            <a:lvl4pPr>
              <a:defRPr sz="1275" b="1">
                <a:solidFill>
                  <a:srgbClr val="0B1F33"/>
                </a:solidFill>
                <a:latin typeface="Arial"/>
                <a:ea typeface="Arial"/>
                <a:cs typeface="Arial"/>
              </a:defRPr>
            </a:lvl4pPr>
            <a:lvl5pPr>
              <a:defRPr sz="1275" b="1">
                <a:solidFill>
                  <a:srgbClr val="0B1F33"/>
                </a:solidFill>
                <a:latin typeface="Arial"/>
                <a:ea typeface="Arial"/>
                <a:cs typeface="Arial"/>
              </a:defRPr>
            </a:lvl5pPr>
            <a:lvl6pPr>
              <a:defRPr sz="1275" b="1">
                <a:solidFill>
                  <a:srgbClr val="0B1F33"/>
                </a:solidFill>
                <a:latin typeface="Arial"/>
                <a:ea typeface="Arial"/>
                <a:cs typeface="Arial"/>
              </a:defRPr>
            </a:lvl6pPr>
            <a:lvl7pPr>
              <a:defRPr sz="1275" b="1">
                <a:solidFill>
                  <a:srgbClr val="0B1F33"/>
                </a:solidFill>
                <a:latin typeface="Arial"/>
                <a:ea typeface="Arial"/>
                <a:cs typeface="Arial"/>
              </a:defRPr>
            </a:lvl7pPr>
            <a:lvl8pPr>
              <a:defRPr sz="1275" b="1">
                <a:solidFill>
                  <a:srgbClr val="0B1F33"/>
                </a:solidFill>
                <a:latin typeface="Arial"/>
                <a:ea typeface="Arial"/>
                <a:cs typeface="Arial"/>
              </a:defRPr>
            </a:lvl8pPr>
            <a:lvl9pPr>
              <a:defRPr sz="1275" b="1">
                <a:solidFill>
                  <a:srgbClr val="0B1F33"/>
                </a:solidFill>
                <a:latin typeface="Arial"/>
                <a:ea typeface="Arial"/>
                <a:cs typeface="Arial"/>
              </a:defRPr>
            </a:lvl9pPr>
          </a:lstStyle>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27AD3EF4-2801-4819-9716-38C7056B44EA}"/>
              </a:ext>
            </a:extLst>
          </p:cNvPr>
          <p:cNvSpPr>
            <a:spLocks xmlns:a="http://schemas.openxmlformats.org/drawingml/2006/main" noGrp="1"/>
          </p:cNvSpPr>
          <p:nvPr/>
        </p:nvSpPr>
        <p:spPr>
          <a:xfrm xmlns:a="http://schemas.openxmlformats.org/drawingml/2006/main">
            <a:off x="1543050" y="30384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Show model status</a:t>
            </a:r>
          </a:p>
        </p:txBody>
      </p:sp>
      <p:sp>
        <p:nvSpPr>
          <p:cNvPr id="12" name="">
            <a:extLst xmlns:a="http://schemas.openxmlformats.org/drawingml/2006/main">
              <a:ext uri="{FF2B5EF4-FFF2-40B4-BE49-F238E27FC236}">
                <a16:creationId xmlns:a16="http://schemas.microsoft.com/office/drawing/2014/main" id="{9B259E75-7AE0-4A48-B9DF-64CBA76EF9C8}"/>
              </a:ext>
            </a:extLst>
          </p:cNvPr>
          <p:cNvSpPr>
            <a:spLocks xmlns:a="http://schemas.openxmlformats.org/drawingml/2006/main" noGrp="1"/>
          </p:cNvSpPr>
          <p:nvPr/>
        </p:nvSpPr>
        <p:spPr>
          <a:xfrm xmlns:a="http://schemas.openxmlformats.org/drawingml/2006/main">
            <a:off x="4343400" y="30670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D8E7EE"/>
                </a:solidFill>
                <a:latin typeface="Arial"/>
                <a:ea typeface="Arial"/>
                <a:cs typeface="Arial"/>
              </a:defRPr>
            </a:defPPr>
            <a:lvl1pPr>
              <a:defRPr sz="1200" b="0">
                <a:solidFill>
                  <a:srgbClr val="D8E7EE"/>
                </a:solidFill>
                <a:latin typeface="Arial"/>
                <a:ea typeface="Arial"/>
                <a:cs typeface="Arial"/>
              </a:defRPr>
            </a:lvl1pPr>
            <a:lvl2pPr>
              <a:defRPr sz="1200" b="0">
                <a:solidFill>
                  <a:srgbClr val="D8E7EE"/>
                </a:solidFill>
                <a:latin typeface="Arial"/>
                <a:ea typeface="Arial"/>
                <a:cs typeface="Arial"/>
              </a:defRPr>
            </a:lvl2pPr>
            <a:lvl3pPr>
              <a:defRPr sz="1200" b="0">
                <a:solidFill>
                  <a:srgbClr val="D8E7EE"/>
                </a:solidFill>
                <a:latin typeface="Arial"/>
                <a:ea typeface="Arial"/>
                <a:cs typeface="Arial"/>
              </a:defRPr>
            </a:lvl3pPr>
            <a:lvl4pPr>
              <a:defRPr sz="1200" b="0">
                <a:solidFill>
                  <a:srgbClr val="D8E7EE"/>
                </a:solidFill>
                <a:latin typeface="Arial"/>
                <a:ea typeface="Arial"/>
                <a:cs typeface="Arial"/>
              </a:defRPr>
            </a:lvl4pPr>
            <a:lvl5pPr>
              <a:defRPr sz="1200" b="0">
                <a:solidFill>
                  <a:srgbClr val="D8E7EE"/>
                </a:solidFill>
                <a:latin typeface="Arial"/>
                <a:ea typeface="Arial"/>
                <a:cs typeface="Arial"/>
              </a:defRPr>
            </a:lvl5pPr>
            <a:lvl6pPr>
              <a:defRPr sz="1200" b="0">
                <a:solidFill>
                  <a:srgbClr val="D8E7EE"/>
                </a:solidFill>
                <a:latin typeface="Arial"/>
                <a:ea typeface="Arial"/>
                <a:cs typeface="Arial"/>
              </a:defRPr>
            </a:lvl6pPr>
            <a:lvl7pPr>
              <a:defRPr sz="1200" b="0">
                <a:solidFill>
                  <a:srgbClr val="D8E7EE"/>
                </a:solidFill>
                <a:latin typeface="Arial"/>
                <a:ea typeface="Arial"/>
                <a:cs typeface="Arial"/>
              </a:defRPr>
            </a:lvl7pPr>
            <a:lvl8pPr>
              <a:defRPr sz="1200" b="0">
                <a:solidFill>
                  <a:srgbClr val="D8E7EE"/>
                </a:solidFill>
                <a:latin typeface="Arial"/>
                <a:ea typeface="Arial"/>
                <a:cs typeface="Arial"/>
              </a:defRPr>
            </a:lvl8pPr>
            <a:lvl9pPr>
              <a:defRPr sz="1200" b="0">
                <a:solidFill>
                  <a:srgbClr val="D8E7EE"/>
                </a:solidFill>
                <a:latin typeface="Arial"/>
                <a:ea typeface="Arial"/>
                <a:cs typeface="Arial"/>
              </a:defRPr>
            </a:lvl9pPr>
          </a:lstStyle>
          <a:p xmlns:a="http://schemas.openxmlformats.org/drawingml/2006/main">
            <a:pPr>
              <a:defRPr sz="1200" b="0">
                <a:solidFill>
                  <a:srgbClr val="D8E7EE"/>
                </a:solidFill>
                <a:latin typeface="Arial"/>
                <a:ea typeface="Arial"/>
                <a:cs typeface="Arial"/>
              </a:defRPr>
            </a:pPr>
            <a:r>
              <a:rPr sz="1200" b="0">
                <a:solidFill>
                  <a:srgbClr val="D8E7EE"/>
                </a:solidFill>
                <a:latin typeface="Arial"/>
                <a:ea typeface="Arial"/>
                <a:cs typeface="Arial"/>
              </a:rPr>
              <a:t>AXON Bearing RF v1, 64 kHz, 4,096 samples</a:t>
            </a:r>
          </a:p>
        </p:txBody>
      </p:sp>
      <p:sp>
        <p:nvSpPr>
          <p:cNvPr id="13" name="">
            <a:extLst xmlns:a="http://schemas.openxmlformats.org/drawingml/2006/main">
              <a:ext uri="{FF2B5EF4-FFF2-40B4-BE49-F238E27FC236}">
                <a16:creationId xmlns:a16="http://schemas.microsoft.com/office/drawing/2014/main" id="{DCAB0BAF-B80B-4EF3-A557-202199D8883F}"/>
              </a:ext>
            </a:extLst>
          </p:cNvPr>
          <p:cNvSpPr>
            <a:spLocks xmlns:a="http://schemas.openxmlformats.org/drawingml/2006/main" noGrp="1"/>
          </p:cNvSpPr>
          <p:nvPr/>
        </p:nvSpPr>
        <p:spPr>
          <a:xfrm xmlns:a="http://schemas.openxmlformats.org/drawingml/2006/main">
            <a:off x="685800" y="3771900"/>
            <a:ext cx="10820400" cy="685800"/>
          </a:xfrm>
          <a:prstGeom xmlns:a="http://schemas.openxmlformats.org/drawingml/2006/main" prst="roundRect">
            <a:avLst>
              <a:gd name="adj" fmla="val 11111"/>
            </a:avLst>
          </a:prstGeom>
          <a:solidFill xmlns:a="http://schemas.openxmlformats.org/drawingml/2006/main">
            <a:srgbClr val="102B4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C710C7-02BC-42FB-B9F3-4018CB3BD6E7}"/>
              </a:ext>
            </a:extLst>
          </p:cNvPr>
          <p:cNvSpPr>
            <a:spLocks xmlns:a="http://schemas.openxmlformats.org/drawingml/2006/main" noGrp="1"/>
          </p:cNvSpPr>
          <p:nvPr/>
        </p:nvSpPr>
        <p:spPr>
          <a:xfrm xmlns:a="http://schemas.openxmlformats.org/drawingml/2006/main">
            <a:off x="876300" y="3905250"/>
            <a:ext cx="400050" cy="400050"/>
          </a:xfrm>
          <a:prstGeom xmlns:a="http://schemas.openxmlformats.org/drawingml/2006/main" prst="roundRect">
            <a:avLst>
              <a:gd name="adj" fmla="val 19048"/>
            </a:avLst>
          </a:prstGeom>
          <a:solidFill xmlns:a="http://schemas.openxmlformats.org/drawingml/2006/main">
            <a:srgbClr val="F47C2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8244D4-FDFB-40CE-8E0F-F53AD5E26AD4}"/>
              </a:ext>
            </a:extLst>
          </p:cNvPr>
          <p:cNvSpPr>
            <a:spLocks xmlns:a="http://schemas.openxmlformats.org/drawingml/2006/main" noGrp="1"/>
          </p:cNvSpPr>
          <p:nvPr/>
        </p:nvSpPr>
        <p:spPr>
          <a:xfrm xmlns:a="http://schemas.openxmlformats.org/drawingml/2006/main">
            <a:off x="876300" y="39624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B1F33"/>
                </a:solidFill>
                <a:latin typeface="Arial"/>
                <a:ea typeface="Arial"/>
                <a:cs typeface="Arial"/>
              </a:defRPr>
            </a:defPPr>
            <a:lvl1pPr>
              <a:defRPr sz="1275" b="1">
                <a:solidFill>
                  <a:srgbClr val="0B1F33"/>
                </a:solidFill>
                <a:latin typeface="Arial"/>
                <a:ea typeface="Arial"/>
                <a:cs typeface="Arial"/>
              </a:defRPr>
            </a:lvl1pPr>
            <a:lvl2pPr>
              <a:defRPr sz="1275" b="1">
                <a:solidFill>
                  <a:srgbClr val="0B1F33"/>
                </a:solidFill>
                <a:latin typeface="Arial"/>
                <a:ea typeface="Arial"/>
                <a:cs typeface="Arial"/>
              </a:defRPr>
            </a:lvl2pPr>
            <a:lvl3pPr>
              <a:defRPr sz="1275" b="1">
                <a:solidFill>
                  <a:srgbClr val="0B1F33"/>
                </a:solidFill>
                <a:latin typeface="Arial"/>
                <a:ea typeface="Arial"/>
                <a:cs typeface="Arial"/>
              </a:defRPr>
            </a:lvl3pPr>
            <a:lvl4pPr>
              <a:defRPr sz="1275" b="1">
                <a:solidFill>
                  <a:srgbClr val="0B1F33"/>
                </a:solidFill>
                <a:latin typeface="Arial"/>
                <a:ea typeface="Arial"/>
                <a:cs typeface="Arial"/>
              </a:defRPr>
            </a:lvl4pPr>
            <a:lvl5pPr>
              <a:defRPr sz="1275" b="1">
                <a:solidFill>
                  <a:srgbClr val="0B1F33"/>
                </a:solidFill>
                <a:latin typeface="Arial"/>
                <a:ea typeface="Arial"/>
                <a:cs typeface="Arial"/>
              </a:defRPr>
            </a:lvl5pPr>
            <a:lvl6pPr>
              <a:defRPr sz="1275" b="1">
                <a:solidFill>
                  <a:srgbClr val="0B1F33"/>
                </a:solidFill>
                <a:latin typeface="Arial"/>
                <a:ea typeface="Arial"/>
                <a:cs typeface="Arial"/>
              </a:defRPr>
            </a:lvl6pPr>
            <a:lvl7pPr>
              <a:defRPr sz="1275" b="1">
                <a:solidFill>
                  <a:srgbClr val="0B1F33"/>
                </a:solidFill>
                <a:latin typeface="Arial"/>
                <a:ea typeface="Arial"/>
                <a:cs typeface="Arial"/>
              </a:defRPr>
            </a:lvl7pPr>
            <a:lvl8pPr>
              <a:defRPr sz="1275" b="1">
                <a:solidFill>
                  <a:srgbClr val="0B1F33"/>
                </a:solidFill>
                <a:latin typeface="Arial"/>
                <a:ea typeface="Arial"/>
                <a:cs typeface="Arial"/>
              </a:defRPr>
            </a:lvl8pPr>
            <a:lvl9pPr>
              <a:defRPr sz="1275" b="1">
                <a:solidFill>
                  <a:srgbClr val="0B1F33"/>
                </a:solidFill>
                <a:latin typeface="Arial"/>
                <a:ea typeface="Arial"/>
                <a:cs typeface="Arial"/>
              </a:defRPr>
            </a:lvl9pPr>
          </a:lstStyle>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CC62F417-6DB2-4214-A1F1-52EF538E5E92}"/>
              </a:ext>
            </a:extLst>
          </p:cNvPr>
          <p:cNvSpPr>
            <a:spLocks xmlns:a="http://schemas.openxmlformats.org/drawingml/2006/main" noGrp="1"/>
          </p:cNvSpPr>
          <p:nvPr/>
        </p:nvSpPr>
        <p:spPr>
          <a:xfrm xmlns:a="http://schemas.openxmlformats.org/drawingml/2006/main">
            <a:off x="1543050" y="39338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Submit healthy vibration</a:t>
            </a:r>
          </a:p>
        </p:txBody>
      </p:sp>
      <p:sp>
        <p:nvSpPr>
          <p:cNvPr id="17" name="">
            <a:extLst xmlns:a="http://schemas.openxmlformats.org/drawingml/2006/main">
              <a:ext uri="{FF2B5EF4-FFF2-40B4-BE49-F238E27FC236}">
                <a16:creationId xmlns:a16="http://schemas.microsoft.com/office/drawing/2014/main" id="{F1429519-DF88-4F0A-8E24-6463325AADF7}"/>
              </a:ext>
            </a:extLst>
          </p:cNvPr>
          <p:cNvSpPr>
            <a:spLocks xmlns:a="http://schemas.openxmlformats.org/drawingml/2006/main" noGrp="1"/>
          </p:cNvSpPr>
          <p:nvPr/>
        </p:nvSpPr>
        <p:spPr>
          <a:xfrm xmlns:a="http://schemas.openxmlformats.org/drawingml/2006/main">
            <a:off x="4343400" y="39624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D8E7EE"/>
                </a:solidFill>
                <a:latin typeface="Arial"/>
                <a:ea typeface="Arial"/>
                <a:cs typeface="Arial"/>
              </a:defRPr>
            </a:defPPr>
            <a:lvl1pPr>
              <a:defRPr sz="1200" b="0">
                <a:solidFill>
                  <a:srgbClr val="D8E7EE"/>
                </a:solidFill>
                <a:latin typeface="Arial"/>
                <a:ea typeface="Arial"/>
                <a:cs typeface="Arial"/>
              </a:defRPr>
            </a:lvl1pPr>
            <a:lvl2pPr>
              <a:defRPr sz="1200" b="0">
                <a:solidFill>
                  <a:srgbClr val="D8E7EE"/>
                </a:solidFill>
                <a:latin typeface="Arial"/>
                <a:ea typeface="Arial"/>
                <a:cs typeface="Arial"/>
              </a:defRPr>
            </a:lvl2pPr>
            <a:lvl3pPr>
              <a:defRPr sz="1200" b="0">
                <a:solidFill>
                  <a:srgbClr val="D8E7EE"/>
                </a:solidFill>
                <a:latin typeface="Arial"/>
                <a:ea typeface="Arial"/>
                <a:cs typeface="Arial"/>
              </a:defRPr>
            </a:lvl3pPr>
            <a:lvl4pPr>
              <a:defRPr sz="1200" b="0">
                <a:solidFill>
                  <a:srgbClr val="D8E7EE"/>
                </a:solidFill>
                <a:latin typeface="Arial"/>
                <a:ea typeface="Arial"/>
                <a:cs typeface="Arial"/>
              </a:defRPr>
            </a:lvl4pPr>
            <a:lvl5pPr>
              <a:defRPr sz="1200" b="0">
                <a:solidFill>
                  <a:srgbClr val="D8E7EE"/>
                </a:solidFill>
                <a:latin typeface="Arial"/>
                <a:ea typeface="Arial"/>
                <a:cs typeface="Arial"/>
              </a:defRPr>
            </a:lvl5pPr>
            <a:lvl6pPr>
              <a:defRPr sz="1200" b="0">
                <a:solidFill>
                  <a:srgbClr val="D8E7EE"/>
                </a:solidFill>
                <a:latin typeface="Arial"/>
                <a:ea typeface="Arial"/>
                <a:cs typeface="Arial"/>
              </a:defRPr>
            </a:lvl6pPr>
            <a:lvl7pPr>
              <a:defRPr sz="1200" b="0">
                <a:solidFill>
                  <a:srgbClr val="D8E7EE"/>
                </a:solidFill>
                <a:latin typeface="Arial"/>
                <a:ea typeface="Arial"/>
                <a:cs typeface="Arial"/>
              </a:defRPr>
            </a:lvl7pPr>
            <a:lvl8pPr>
              <a:defRPr sz="1200" b="0">
                <a:solidFill>
                  <a:srgbClr val="D8E7EE"/>
                </a:solidFill>
                <a:latin typeface="Arial"/>
                <a:ea typeface="Arial"/>
                <a:cs typeface="Arial"/>
              </a:defRPr>
            </a:lvl8pPr>
            <a:lvl9pPr>
              <a:defRPr sz="1200" b="0">
                <a:solidFill>
                  <a:srgbClr val="D8E7EE"/>
                </a:solidFill>
                <a:latin typeface="Arial"/>
                <a:ea typeface="Arial"/>
                <a:cs typeface="Arial"/>
              </a:defRPr>
            </a:lvl9pPr>
          </a:lstStyle>
          <a:p xmlns:a="http://schemas.openxmlformats.org/drawingml/2006/main">
            <a:pPr>
              <a:defRPr sz="1200" b="0">
                <a:solidFill>
                  <a:srgbClr val="D8E7EE"/>
                </a:solidFill>
                <a:latin typeface="Arial"/>
                <a:ea typeface="Arial"/>
                <a:cs typeface="Arial"/>
              </a:defRPr>
            </a:pPr>
            <a:r>
              <a:rPr sz="1200" b="0">
                <a:solidFill>
                  <a:srgbClr val="D8E7EE"/>
                </a:solidFill>
                <a:latin typeface="Arial"/>
                <a:ea typeface="Arial"/>
                <a:cs typeface="Arial"/>
              </a:rPr>
              <a:t>Expected: HEALTHY_WITHIN_VALIDATED_SCOPE</a:t>
            </a:r>
          </a:p>
        </p:txBody>
      </p:sp>
      <p:sp>
        <p:nvSpPr>
          <p:cNvPr id="18" name="">
            <a:extLst xmlns:a="http://schemas.openxmlformats.org/drawingml/2006/main">
              <a:ext uri="{FF2B5EF4-FFF2-40B4-BE49-F238E27FC236}">
                <a16:creationId xmlns:a16="http://schemas.microsoft.com/office/drawing/2014/main" id="{419311AC-65DB-498A-8293-28303E525537}"/>
              </a:ext>
            </a:extLst>
          </p:cNvPr>
          <p:cNvSpPr>
            <a:spLocks xmlns:a="http://schemas.openxmlformats.org/drawingml/2006/main" noGrp="1"/>
          </p:cNvSpPr>
          <p:nvPr/>
        </p:nvSpPr>
        <p:spPr>
          <a:xfrm xmlns:a="http://schemas.openxmlformats.org/drawingml/2006/main">
            <a:off x="685800" y="4667250"/>
            <a:ext cx="10820400" cy="685800"/>
          </a:xfrm>
          <a:prstGeom xmlns:a="http://schemas.openxmlformats.org/drawingml/2006/main" prst="roundRect">
            <a:avLst>
              <a:gd name="adj" fmla="val 11111"/>
            </a:avLst>
          </a:prstGeom>
          <a:solidFill xmlns:a="http://schemas.openxmlformats.org/drawingml/2006/main">
            <a:srgbClr val="17384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19D4846-D980-4B55-8EE0-66BEA4E75B81}"/>
              </a:ext>
            </a:extLst>
          </p:cNvPr>
          <p:cNvSpPr>
            <a:spLocks xmlns:a="http://schemas.openxmlformats.org/drawingml/2006/main" noGrp="1"/>
          </p:cNvSpPr>
          <p:nvPr/>
        </p:nvSpPr>
        <p:spPr>
          <a:xfrm xmlns:a="http://schemas.openxmlformats.org/drawingml/2006/main">
            <a:off x="876300" y="4800600"/>
            <a:ext cx="400050" cy="400050"/>
          </a:xfrm>
          <a:prstGeom xmlns:a="http://schemas.openxmlformats.org/drawingml/2006/main" prst="roundRect">
            <a:avLst>
              <a:gd name="adj" fmla="val 19048"/>
            </a:avLst>
          </a:prstGeom>
          <a:solidFill xmlns:a="http://schemas.openxmlformats.org/drawingml/2006/main">
            <a:srgbClr val="F47C2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8DBC112-91DC-4E9E-B116-0EF5634819C5}"/>
              </a:ext>
            </a:extLst>
          </p:cNvPr>
          <p:cNvSpPr>
            <a:spLocks xmlns:a="http://schemas.openxmlformats.org/drawingml/2006/main" noGrp="1"/>
          </p:cNvSpPr>
          <p:nvPr/>
        </p:nvSpPr>
        <p:spPr>
          <a:xfrm xmlns:a="http://schemas.openxmlformats.org/drawingml/2006/main">
            <a:off x="876300" y="48577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B1F33"/>
                </a:solidFill>
                <a:latin typeface="Arial"/>
                <a:ea typeface="Arial"/>
                <a:cs typeface="Arial"/>
              </a:defRPr>
            </a:defPPr>
            <a:lvl1pPr>
              <a:defRPr sz="1275" b="1">
                <a:solidFill>
                  <a:srgbClr val="0B1F33"/>
                </a:solidFill>
                <a:latin typeface="Arial"/>
                <a:ea typeface="Arial"/>
                <a:cs typeface="Arial"/>
              </a:defRPr>
            </a:lvl1pPr>
            <a:lvl2pPr>
              <a:defRPr sz="1275" b="1">
                <a:solidFill>
                  <a:srgbClr val="0B1F33"/>
                </a:solidFill>
                <a:latin typeface="Arial"/>
                <a:ea typeface="Arial"/>
                <a:cs typeface="Arial"/>
              </a:defRPr>
            </a:lvl2pPr>
            <a:lvl3pPr>
              <a:defRPr sz="1275" b="1">
                <a:solidFill>
                  <a:srgbClr val="0B1F33"/>
                </a:solidFill>
                <a:latin typeface="Arial"/>
                <a:ea typeface="Arial"/>
                <a:cs typeface="Arial"/>
              </a:defRPr>
            </a:lvl3pPr>
            <a:lvl4pPr>
              <a:defRPr sz="1275" b="1">
                <a:solidFill>
                  <a:srgbClr val="0B1F33"/>
                </a:solidFill>
                <a:latin typeface="Arial"/>
                <a:ea typeface="Arial"/>
                <a:cs typeface="Arial"/>
              </a:defRPr>
            </a:lvl4pPr>
            <a:lvl5pPr>
              <a:defRPr sz="1275" b="1">
                <a:solidFill>
                  <a:srgbClr val="0B1F33"/>
                </a:solidFill>
                <a:latin typeface="Arial"/>
                <a:ea typeface="Arial"/>
                <a:cs typeface="Arial"/>
              </a:defRPr>
            </a:lvl5pPr>
            <a:lvl6pPr>
              <a:defRPr sz="1275" b="1">
                <a:solidFill>
                  <a:srgbClr val="0B1F33"/>
                </a:solidFill>
                <a:latin typeface="Arial"/>
                <a:ea typeface="Arial"/>
                <a:cs typeface="Arial"/>
              </a:defRPr>
            </a:lvl6pPr>
            <a:lvl7pPr>
              <a:defRPr sz="1275" b="1">
                <a:solidFill>
                  <a:srgbClr val="0B1F33"/>
                </a:solidFill>
                <a:latin typeface="Arial"/>
                <a:ea typeface="Arial"/>
                <a:cs typeface="Arial"/>
              </a:defRPr>
            </a:lvl7pPr>
            <a:lvl8pPr>
              <a:defRPr sz="1275" b="1">
                <a:solidFill>
                  <a:srgbClr val="0B1F33"/>
                </a:solidFill>
                <a:latin typeface="Arial"/>
                <a:ea typeface="Arial"/>
                <a:cs typeface="Arial"/>
              </a:defRPr>
            </a:lvl8pPr>
            <a:lvl9pPr>
              <a:defRPr sz="1275" b="1">
                <a:solidFill>
                  <a:srgbClr val="0B1F33"/>
                </a:solidFill>
                <a:latin typeface="Arial"/>
                <a:ea typeface="Arial"/>
                <a:cs typeface="Arial"/>
              </a:defRPr>
            </a:lvl9pPr>
          </a:lstStyle>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28D3A04C-71FD-41B8-8DDC-736775C20929}"/>
              </a:ext>
            </a:extLst>
          </p:cNvPr>
          <p:cNvSpPr>
            <a:spLocks xmlns:a="http://schemas.openxmlformats.org/drawingml/2006/main" noGrp="1"/>
          </p:cNvSpPr>
          <p:nvPr/>
        </p:nvSpPr>
        <p:spPr>
          <a:xfrm xmlns:a="http://schemas.openxmlformats.org/drawingml/2006/main">
            <a:off x="1543050" y="48291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Submit damaged vibration</a:t>
            </a:r>
          </a:p>
        </p:txBody>
      </p:sp>
      <p:sp>
        <p:nvSpPr>
          <p:cNvPr id="22" name="">
            <a:extLst xmlns:a="http://schemas.openxmlformats.org/drawingml/2006/main">
              <a:ext uri="{FF2B5EF4-FFF2-40B4-BE49-F238E27FC236}">
                <a16:creationId xmlns:a16="http://schemas.microsoft.com/office/drawing/2014/main" id="{591B1A9F-B559-44B1-941F-563CA1073BC0}"/>
              </a:ext>
            </a:extLst>
          </p:cNvPr>
          <p:cNvSpPr>
            <a:spLocks xmlns:a="http://schemas.openxmlformats.org/drawingml/2006/main" noGrp="1"/>
          </p:cNvSpPr>
          <p:nvPr/>
        </p:nvSpPr>
        <p:spPr>
          <a:xfrm xmlns:a="http://schemas.openxmlformats.org/drawingml/2006/main">
            <a:off x="4343400" y="48577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D8E7EE"/>
                </a:solidFill>
                <a:latin typeface="Arial"/>
                <a:ea typeface="Arial"/>
                <a:cs typeface="Arial"/>
              </a:defRPr>
            </a:defPPr>
            <a:lvl1pPr>
              <a:defRPr sz="1200" b="0">
                <a:solidFill>
                  <a:srgbClr val="D8E7EE"/>
                </a:solidFill>
                <a:latin typeface="Arial"/>
                <a:ea typeface="Arial"/>
                <a:cs typeface="Arial"/>
              </a:defRPr>
            </a:lvl1pPr>
            <a:lvl2pPr>
              <a:defRPr sz="1200" b="0">
                <a:solidFill>
                  <a:srgbClr val="D8E7EE"/>
                </a:solidFill>
                <a:latin typeface="Arial"/>
                <a:ea typeface="Arial"/>
                <a:cs typeface="Arial"/>
              </a:defRPr>
            </a:lvl2pPr>
            <a:lvl3pPr>
              <a:defRPr sz="1200" b="0">
                <a:solidFill>
                  <a:srgbClr val="D8E7EE"/>
                </a:solidFill>
                <a:latin typeface="Arial"/>
                <a:ea typeface="Arial"/>
                <a:cs typeface="Arial"/>
              </a:defRPr>
            </a:lvl3pPr>
            <a:lvl4pPr>
              <a:defRPr sz="1200" b="0">
                <a:solidFill>
                  <a:srgbClr val="D8E7EE"/>
                </a:solidFill>
                <a:latin typeface="Arial"/>
                <a:ea typeface="Arial"/>
                <a:cs typeface="Arial"/>
              </a:defRPr>
            </a:lvl4pPr>
            <a:lvl5pPr>
              <a:defRPr sz="1200" b="0">
                <a:solidFill>
                  <a:srgbClr val="D8E7EE"/>
                </a:solidFill>
                <a:latin typeface="Arial"/>
                <a:ea typeface="Arial"/>
                <a:cs typeface="Arial"/>
              </a:defRPr>
            </a:lvl5pPr>
            <a:lvl6pPr>
              <a:defRPr sz="1200" b="0">
                <a:solidFill>
                  <a:srgbClr val="D8E7EE"/>
                </a:solidFill>
                <a:latin typeface="Arial"/>
                <a:ea typeface="Arial"/>
                <a:cs typeface="Arial"/>
              </a:defRPr>
            </a:lvl6pPr>
            <a:lvl7pPr>
              <a:defRPr sz="1200" b="0">
                <a:solidFill>
                  <a:srgbClr val="D8E7EE"/>
                </a:solidFill>
                <a:latin typeface="Arial"/>
                <a:ea typeface="Arial"/>
                <a:cs typeface="Arial"/>
              </a:defRPr>
            </a:lvl7pPr>
            <a:lvl8pPr>
              <a:defRPr sz="1200" b="0">
                <a:solidFill>
                  <a:srgbClr val="D8E7EE"/>
                </a:solidFill>
                <a:latin typeface="Arial"/>
                <a:ea typeface="Arial"/>
                <a:cs typeface="Arial"/>
              </a:defRPr>
            </a:lvl8pPr>
            <a:lvl9pPr>
              <a:defRPr sz="1200" b="0">
                <a:solidFill>
                  <a:srgbClr val="D8E7EE"/>
                </a:solidFill>
                <a:latin typeface="Arial"/>
                <a:ea typeface="Arial"/>
                <a:cs typeface="Arial"/>
              </a:defRPr>
            </a:lvl9pPr>
          </a:lstStyle>
          <a:p xmlns:a="http://schemas.openxmlformats.org/drawingml/2006/main">
            <a:pPr>
              <a:defRPr sz="1200" b="0">
                <a:solidFill>
                  <a:srgbClr val="D8E7EE"/>
                </a:solidFill>
                <a:latin typeface="Arial"/>
                <a:ea typeface="Arial"/>
                <a:cs typeface="Arial"/>
              </a:defRPr>
            </a:pPr>
            <a:r>
              <a:rPr sz="1200" b="0">
                <a:solidFill>
                  <a:srgbClr val="D8E7EE"/>
                </a:solidFill>
                <a:latin typeface="Arial"/>
                <a:ea typeface="Arial"/>
                <a:cs typeface="Arial"/>
              </a:rPr>
              <a:t>Expected: FAULT_SUSPECTED with technician confirmation</a:t>
            </a:r>
          </a:p>
        </p:txBody>
      </p:sp>
      <p:sp>
        <p:nvSpPr>
          <p:cNvPr id="23" name="">
            <a:extLst xmlns:a="http://schemas.openxmlformats.org/drawingml/2006/main">
              <a:ext uri="{FF2B5EF4-FFF2-40B4-BE49-F238E27FC236}">
                <a16:creationId xmlns:a16="http://schemas.microsoft.com/office/drawing/2014/main" id="{40ACF1A6-A698-4BB2-8D25-95FAF3D3EA5D}"/>
              </a:ext>
            </a:extLst>
          </p:cNvPr>
          <p:cNvSpPr>
            <a:spLocks xmlns:a="http://schemas.openxmlformats.org/drawingml/2006/main" noGrp="1"/>
          </p:cNvSpPr>
          <p:nvPr/>
        </p:nvSpPr>
        <p:spPr>
          <a:xfrm xmlns:a="http://schemas.openxmlformats.org/drawingml/2006/main">
            <a:off x="685800" y="59055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4C2B3"/>
                </a:solidFill>
                <a:latin typeface="Arial"/>
                <a:ea typeface="Arial"/>
                <a:cs typeface="Arial"/>
              </a:defRPr>
            </a:defPPr>
            <a:lvl1pPr>
              <a:defRPr sz="1275" b="1">
                <a:solidFill>
                  <a:srgbClr val="44C2B3"/>
                </a:solidFill>
                <a:latin typeface="Arial"/>
                <a:ea typeface="Arial"/>
                <a:cs typeface="Arial"/>
              </a:defRPr>
            </a:lvl1pPr>
            <a:lvl2pPr>
              <a:defRPr sz="1275" b="1">
                <a:solidFill>
                  <a:srgbClr val="44C2B3"/>
                </a:solidFill>
                <a:latin typeface="Arial"/>
                <a:ea typeface="Arial"/>
                <a:cs typeface="Arial"/>
              </a:defRPr>
            </a:lvl2pPr>
            <a:lvl3pPr>
              <a:defRPr sz="1275" b="1">
                <a:solidFill>
                  <a:srgbClr val="44C2B3"/>
                </a:solidFill>
                <a:latin typeface="Arial"/>
                <a:ea typeface="Arial"/>
                <a:cs typeface="Arial"/>
              </a:defRPr>
            </a:lvl3pPr>
            <a:lvl4pPr>
              <a:defRPr sz="1275" b="1">
                <a:solidFill>
                  <a:srgbClr val="44C2B3"/>
                </a:solidFill>
                <a:latin typeface="Arial"/>
                <a:ea typeface="Arial"/>
                <a:cs typeface="Arial"/>
              </a:defRPr>
            </a:lvl4pPr>
            <a:lvl5pPr>
              <a:defRPr sz="1275" b="1">
                <a:solidFill>
                  <a:srgbClr val="44C2B3"/>
                </a:solidFill>
                <a:latin typeface="Arial"/>
                <a:ea typeface="Arial"/>
                <a:cs typeface="Arial"/>
              </a:defRPr>
            </a:lvl5pPr>
            <a:lvl6pPr>
              <a:defRPr sz="1275" b="1">
                <a:solidFill>
                  <a:srgbClr val="44C2B3"/>
                </a:solidFill>
                <a:latin typeface="Arial"/>
                <a:ea typeface="Arial"/>
                <a:cs typeface="Arial"/>
              </a:defRPr>
            </a:lvl6pPr>
            <a:lvl7pPr>
              <a:defRPr sz="1275" b="1">
                <a:solidFill>
                  <a:srgbClr val="44C2B3"/>
                </a:solidFill>
                <a:latin typeface="Arial"/>
                <a:ea typeface="Arial"/>
                <a:cs typeface="Arial"/>
              </a:defRPr>
            </a:lvl7pPr>
            <a:lvl8pPr>
              <a:defRPr sz="1275" b="1">
                <a:solidFill>
                  <a:srgbClr val="44C2B3"/>
                </a:solidFill>
                <a:latin typeface="Arial"/>
                <a:ea typeface="Arial"/>
                <a:cs typeface="Arial"/>
              </a:defRPr>
            </a:lvl8pPr>
            <a:lvl9pPr>
              <a:defRPr sz="1275" b="1">
                <a:solidFill>
                  <a:srgbClr val="44C2B3"/>
                </a:solidFill>
                <a:latin typeface="Arial"/>
                <a:ea typeface="Arial"/>
                <a:cs typeface="Arial"/>
              </a:defRPr>
            </a:lvl9pPr>
          </a:lstStyle>
          <a:p xmlns:a="http://schemas.openxmlformats.org/drawingml/2006/main">
            <a:pPr>
              <a:defRPr sz="1275" b="1">
                <a:solidFill>
                  <a:srgbClr val="44C2B3"/>
                </a:solidFill>
                <a:latin typeface="Arial"/>
                <a:ea typeface="Arial"/>
                <a:cs typeface="Arial"/>
              </a:defRPr>
            </a:pPr>
            <a:r>
              <a:rPr sz="1275" b="1">
                <a:solidFill>
                  <a:srgbClr val="44C2B3"/>
                </a:solidFill>
                <a:latin typeface="Arial"/>
                <a:ea typeface="Arial"/>
                <a:cs typeface="Arial"/>
              </a:rPr>
              <a:t>Close with the limitation: results support a technician’s inspection decision; they do not replace it.</a:t>
            </a:r>
          </a:p>
        </p:txBody>
      </p:sp>
    </p:spTree>
    <p:extLst>
      <p:ext uri="{BB962C8B-B14F-4D97-AF65-F5344CB8AC3E}">
        <p14:creationId xmlns:p14="http://schemas.microsoft.com/office/powerpoint/2010/main" val="13724070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2026-10-17T14:49:56.9630000Z</dcterms:created>
  <dcterms:modified xsi:type="dcterms:W3CDTF">2026-10-17T14:49:56.9630000Z</dcterms:modified>
</coreProperties>
</file>